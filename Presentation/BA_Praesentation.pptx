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media/image1.png" ContentType="image/png"/>
  <Override PartName="/ppt/media/image2.png" ContentType="image/png"/>
  <Override PartName="/ppt/media/image3.png" ContentType="image/png"/>
  <Override PartName="/ppt/media/image6.gif" ContentType="image/gif"/>
  <Override PartName="/ppt/media/image4.png" ContentType="image/png"/>
  <Override PartName="/ppt/media/image5.png" ContentType="image/png"/>
  <Override PartName="/ppt/media/image7.png" ContentType="image/png"/>
  <Override PartName="/ppt/media/image8.png" ContentType="image/png"/>
  <Override PartName="/ppt/media/image9.png" ContentType="image/png"/>
  <Override PartName="/ppt/media/image10.png" ContentType="image/png"/>
  <Override PartName="/ppt/media/image1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8288000" cy="1028700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914400" y="2406960"/>
            <a:ext cx="16458840" cy="5965920"/>
          </a:xfrm>
          <a:prstGeom prst="rect">
            <a:avLst/>
          </a:prstGeom>
        </p:spPr>
        <p:txBody>
          <a:bodyPr lIns="0" rIns="0" tIns="0" bIns="0" anchor="ctr">
            <a:noAutofit/>
          </a:bodyPr>
          <a:p>
            <a:pPr algn="ctr"/>
            <a:endParaRPr b="0" lang="de-DE"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type="body"/>
          </p:nvPr>
        </p:nvSpPr>
        <p:spPr>
          <a:xfrm>
            <a:off x="914400" y="2406960"/>
            <a:ext cx="16458840" cy="596592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type="body"/>
          </p:nvPr>
        </p:nvSpPr>
        <p:spPr>
          <a:xfrm>
            <a:off x="914400" y="2406960"/>
            <a:ext cx="8031600" cy="5965920"/>
          </a:xfrm>
          <a:prstGeom prst="rect">
            <a:avLst/>
          </a:prstGeom>
        </p:spPr>
        <p:txBody>
          <a:bodyPr lIns="0" rIns="0" tIns="0" bIns="0">
            <a:normAutofit/>
          </a:bodyPr>
          <a:p>
            <a:endParaRPr b="0" lang="en-US" sz="3200" spc="-1" strike="noStrike">
              <a:solidFill>
                <a:srgbClr val="000000"/>
              </a:solidFill>
              <a:latin typeface="Calibri"/>
            </a:endParaRPr>
          </a:p>
        </p:txBody>
      </p:sp>
      <p:sp>
        <p:nvSpPr>
          <p:cNvPr id="11" name="PlaceHolder 3"/>
          <p:cNvSpPr>
            <a:spLocks noGrp="1"/>
          </p:cNvSpPr>
          <p:nvPr>
            <p:ph type="body"/>
          </p:nvPr>
        </p:nvSpPr>
        <p:spPr>
          <a:xfrm>
            <a:off x="9348120" y="2406960"/>
            <a:ext cx="8031600" cy="596592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914400" y="410400"/>
            <a:ext cx="16458840" cy="7962840"/>
          </a:xfrm>
          <a:prstGeom prst="rect">
            <a:avLst/>
          </a:prstGeom>
        </p:spPr>
        <p:txBody>
          <a:bodyPr lIns="0" rIns="0" tIns="0" bIns="0" anchor="ctr">
            <a:noAutofit/>
          </a:bodyPr>
          <a:p>
            <a:pPr algn="ctr"/>
            <a:endParaRPr b="0" lang="de-DE"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type="body"/>
          </p:nvPr>
        </p:nvSpPr>
        <p:spPr>
          <a:xfrm>
            <a:off x="91440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16" name="PlaceHolder 3"/>
          <p:cNvSpPr>
            <a:spLocks noGrp="1"/>
          </p:cNvSpPr>
          <p:nvPr>
            <p:ph type="body"/>
          </p:nvPr>
        </p:nvSpPr>
        <p:spPr>
          <a:xfrm>
            <a:off x="9348120" y="2406960"/>
            <a:ext cx="8031600" cy="5965920"/>
          </a:xfrm>
          <a:prstGeom prst="rect">
            <a:avLst/>
          </a:prstGeom>
        </p:spPr>
        <p:txBody>
          <a:bodyPr lIns="0" rIns="0" tIns="0" bIns="0">
            <a:normAutofit/>
          </a:bodyPr>
          <a:p>
            <a:endParaRPr b="0" lang="en-US" sz="3200" spc="-1" strike="noStrike">
              <a:solidFill>
                <a:srgbClr val="000000"/>
              </a:solidFill>
              <a:latin typeface="Calibri"/>
            </a:endParaRPr>
          </a:p>
        </p:txBody>
      </p:sp>
      <p:sp>
        <p:nvSpPr>
          <p:cNvPr id="17" name="PlaceHolder 4"/>
          <p:cNvSpPr>
            <a:spLocks noGrp="1"/>
          </p:cNvSpPr>
          <p:nvPr>
            <p:ph type="body"/>
          </p:nvPr>
        </p:nvSpPr>
        <p:spPr>
          <a:xfrm>
            <a:off x="914400" y="552312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type="body"/>
          </p:nvPr>
        </p:nvSpPr>
        <p:spPr>
          <a:xfrm>
            <a:off x="914400" y="2406960"/>
            <a:ext cx="8031600" cy="5965920"/>
          </a:xfrm>
          <a:prstGeom prst="rect">
            <a:avLst/>
          </a:prstGeom>
        </p:spPr>
        <p:txBody>
          <a:bodyPr lIns="0" rIns="0" tIns="0" bIns="0">
            <a:normAutofit/>
          </a:bodyPr>
          <a:p>
            <a:endParaRPr b="0" lang="en-US" sz="3200" spc="-1" strike="noStrike">
              <a:solidFill>
                <a:srgbClr val="000000"/>
              </a:solidFill>
              <a:latin typeface="Calibri"/>
            </a:endParaRPr>
          </a:p>
        </p:txBody>
      </p:sp>
      <p:sp>
        <p:nvSpPr>
          <p:cNvPr id="20" name="PlaceHolder 3"/>
          <p:cNvSpPr>
            <a:spLocks noGrp="1"/>
          </p:cNvSpPr>
          <p:nvPr>
            <p:ph type="body"/>
          </p:nvPr>
        </p:nvSpPr>
        <p:spPr>
          <a:xfrm>
            <a:off x="934812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21" name="PlaceHolder 4"/>
          <p:cNvSpPr>
            <a:spLocks noGrp="1"/>
          </p:cNvSpPr>
          <p:nvPr>
            <p:ph type="body"/>
          </p:nvPr>
        </p:nvSpPr>
        <p:spPr>
          <a:xfrm>
            <a:off x="9348120" y="552312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type="body"/>
          </p:nvPr>
        </p:nvSpPr>
        <p:spPr>
          <a:xfrm>
            <a:off x="91440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24" name="PlaceHolder 3"/>
          <p:cNvSpPr>
            <a:spLocks noGrp="1"/>
          </p:cNvSpPr>
          <p:nvPr>
            <p:ph type="body"/>
          </p:nvPr>
        </p:nvSpPr>
        <p:spPr>
          <a:xfrm>
            <a:off x="934812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25" name="PlaceHolder 4"/>
          <p:cNvSpPr>
            <a:spLocks noGrp="1"/>
          </p:cNvSpPr>
          <p:nvPr>
            <p:ph type="body"/>
          </p:nvPr>
        </p:nvSpPr>
        <p:spPr>
          <a:xfrm>
            <a:off x="914400" y="5523120"/>
            <a:ext cx="1645884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type="body"/>
          </p:nvPr>
        </p:nvSpPr>
        <p:spPr>
          <a:xfrm>
            <a:off x="914400" y="2406960"/>
            <a:ext cx="1645884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28" name="PlaceHolder 3"/>
          <p:cNvSpPr>
            <a:spLocks noGrp="1"/>
          </p:cNvSpPr>
          <p:nvPr>
            <p:ph type="body"/>
          </p:nvPr>
        </p:nvSpPr>
        <p:spPr>
          <a:xfrm>
            <a:off x="914400" y="5523120"/>
            <a:ext cx="1645884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type="body"/>
          </p:nvPr>
        </p:nvSpPr>
        <p:spPr>
          <a:xfrm>
            <a:off x="91440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1" name="PlaceHolder 3"/>
          <p:cNvSpPr>
            <a:spLocks noGrp="1"/>
          </p:cNvSpPr>
          <p:nvPr>
            <p:ph type="body"/>
          </p:nvPr>
        </p:nvSpPr>
        <p:spPr>
          <a:xfrm>
            <a:off x="9348120" y="240696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2" name="PlaceHolder 4"/>
          <p:cNvSpPr>
            <a:spLocks noGrp="1"/>
          </p:cNvSpPr>
          <p:nvPr>
            <p:ph type="body"/>
          </p:nvPr>
        </p:nvSpPr>
        <p:spPr>
          <a:xfrm>
            <a:off x="914400" y="552312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3" name="PlaceHolder 5"/>
          <p:cNvSpPr>
            <a:spLocks noGrp="1"/>
          </p:cNvSpPr>
          <p:nvPr>
            <p:ph type="body"/>
          </p:nvPr>
        </p:nvSpPr>
        <p:spPr>
          <a:xfrm>
            <a:off x="9348120" y="5523120"/>
            <a:ext cx="803160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type="body"/>
          </p:nvPr>
        </p:nvSpPr>
        <p:spPr>
          <a:xfrm>
            <a:off x="914400" y="240696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6" name="PlaceHolder 3"/>
          <p:cNvSpPr>
            <a:spLocks noGrp="1"/>
          </p:cNvSpPr>
          <p:nvPr>
            <p:ph type="body"/>
          </p:nvPr>
        </p:nvSpPr>
        <p:spPr>
          <a:xfrm>
            <a:off x="6479280" y="240696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7" name="PlaceHolder 4"/>
          <p:cNvSpPr>
            <a:spLocks noGrp="1"/>
          </p:cNvSpPr>
          <p:nvPr>
            <p:ph type="body"/>
          </p:nvPr>
        </p:nvSpPr>
        <p:spPr>
          <a:xfrm>
            <a:off x="12044160" y="240696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8" name="PlaceHolder 5"/>
          <p:cNvSpPr>
            <a:spLocks noGrp="1"/>
          </p:cNvSpPr>
          <p:nvPr>
            <p:ph type="body"/>
          </p:nvPr>
        </p:nvSpPr>
        <p:spPr>
          <a:xfrm>
            <a:off x="914400" y="552312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39" name="PlaceHolder 6"/>
          <p:cNvSpPr>
            <a:spLocks noGrp="1"/>
          </p:cNvSpPr>
          <p:nvPr>
            <p:ph type="body"/>
          </p:nvPr>
        </p:nvSpPr>
        <p:spPr>
          <a:xfrm>
            <a:off x="6479280" y="552312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
        <p:nvSpPr>
          <p:cNvPr id="40" name="PlaceHolder 7"/>
          <p:cNvSpPr>
            <a:spLocks noGrp="1"/>
          </p:cNvSpPr>
          <p:nvPr>
            <p:ph type="body"/>
          </p:nvPr>
        </p:nvSpPr>
        <p:spPr>
          <a:xfrm>
            <a:off x="12044160" y="5523120"/>
            <a:ext cx="5299560" cy="284544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p:nvPr>
        </p:nvSpPr>
        <p:spPr>
          <a:xfrm>
            <a:off x="457200" y="6356520"/>
            <a:ext cx="2133360" cy="364680"/>
          </a:xfrm>
          <a:prstGeom prst="rect">
            <a:avLst/>
          </a:prstGeom>
        </p:spPr>
        <p:txBody>
          <a:bodyPr anchor="ctr">
            <a:noAutofit/>
          </a:bodyPr>
          <a:p>
            <a:pPr>
              <a:lnSpc>
                <a:spcPct val="100000"/>
              </a:lnSpc>
            </a:pPr>
            <a:fld id="{FCF3A1A4-11BD-42AE-A9B8-9FAE7497E0E7}" type="datetime">
              <a:rPr b="0" lang="en-US" sz="1200" spc="-1" strike="noStrike">
                <a:solidFill>
                  <a:srgbClr val="8b8b8b"/>
                </a:solidFill>
                <a:latin typeface="Calibri"/>
              </a:rPr>
              <a:t>8/27/24</a:t>
            </a:fld>
            <a:endParaRPr b="0" lang="de-DE" sz="1200" spc="-1" strike="noStrike">
              <a:latin typeface="Times New Roman"/>
            </a:endParaRPr>
          </a:p>
        </p:txBody>
      </p:sp>
      <p:sp>
        <p:nvSpPr>
          <p:cNvPr id="1" name="PlaceHolder 2"/>
          <p:cNvSpPr>
            <a:spLocks noGrp="1"/>
          </p:cNvSpPr>
          <p:nvPr>
            <p:ph type="ftr"/>
          </p:nvPr>
        </p:nvSpPr>
        <p:spPr>
          <a:xfrm>
            <a:off x="3124080" y="6356520"/>
            <a:ext cx="2895120" cy="364680"/>
          </a:xfrm>
          <a:prstGeom prst="rect">
            <a:avLst/>
          </a:prstGeom>
        </p:spPr>
        <p:txBody>
          <a:bodyPr anchor="ctr">
            <a:noAutofit/>
          </a:bodyPr>
          <a:p>
            <a:endParaRPr b="0" lang="de-DE" sz="2400" spc="-1" strike="noStrike">
              <a:latin typeface="Times New Roman"/>
            </a:endParaRPr>
          </a:p>
        </p:txBody>
      </p:sp>
      <p:sp>
        <p:nvSpPr>
          <p:cNvPr id="2" name="PlaceHolder 3"/>
          <p:cNvSpPr>
            <a:spLocks noGrp="1"/>
          </p:cNvSpPr>
          <p:nvPr>
            <p:ph type="sldNum"/>
          </p:nvPr>
        </p:nvSpPr>
        <p:spPr>
          <a:xfrm>
            <a:off x="6553080" y="6356520"/>
            <a:ext cx="2133360" cy="364680"/>
          </a:xfrm>
          <a:prstGeom prst="rect">
            <a:avLst/>
          </a:prstGeom>
        </p:spPr>
        <p:txBody>
          <a:bodyPr anchor="ctr">
            <a:noAutofit/>
          </a:bodyPr>
          <a:p>
            <a:pPr algn="r">
              <a:lnSpc>
                <a:spcPct val="100000"/>
              </a:lnSpc>
            </a:pPr>
            <a:fld id="{D3B4FBF7-97EF-415F-A73D-044E6FA86E36}" type="slidenum">
              <a:rPr b="0" lang="en-US" sz="1200" spc="-1" strike="noStrike">
                <a:solidFill>
                  <a:srgbClr val="8b8b8b"/>
                </a:solidFill>
                <a:latin typeface="Calibri"/>
              </a:rPr>
              <a:t>&lt;Foliennummer&gt;</a:t>
            </a:fld>
            <a:endParaRPr b="0" lang="de-DE" sz="1200" spc="-1" strike="noStrike">
              <a:latin typeface="Times New Roman"/>
            </a:endParaRPr>
          </a:p>
        </p:txBody>
      </p:sp>
      <p:sp>
        <p:nvSpPr>
          <p:cNvPr id="3" name="PlaceHolder 4"/>
          <p:cNvSpPr>
            <a:spLocks noGrp="1"/>
          </p:cNvSpPr>
          <p:nvPr>
            <p:ph type="title"/>
          </p:nvPr>
        </p:nvSpPr>
        <p:spPr>
          <a:xfrm>
            <a:off x="914400" y="410400"/>
            <a:ext cx="16458840" cy="1717560"/>
          </a:xfrm>
          <a:prstGeom prst="rect">
            <a:avLst/>
          </a:prstGeom>
        </p:spPr>
        <p:txBody>
          <a:bodyPr lIns="0" rIns="0" tIns="0" bIns="0" anchor="ctr">
            <a:noAutofit/>
          </a:bodyPr>
          <a:p>
            <a:r>
              <a:rPr b="0" lang="en-US" sz="1800" spc="-1" strike="noStrike">
                <a:solidFill>
                  <a:srgbClr val="000000"/>
                </a:solidFill>
                <a:latin typeface="Calibri"/>
              </a:rPr>
              <a:t>Format des Titeltextes durch Klicken bearbeiten</a:t>
            </a:r>
            <a:endParaRPr b="0" lang="en-US" sz="1800" spc="-1" strike="noStrike">
              <a:solidFill>
                <a:srgbClr val="000000"/>
              </a:solidFill>
              <a:latin typeface="Calibri"/>
            </a:endParaRPr>
          </a:p>
        </p:txBody>
      </p:sp>
      <p:sp>
        <p:nvSpPr>
          <p:cNvPr id="4" name="PlaceHolder 5"/>
          <p:cNvSpPr>
            <a:spLocks noGrp="1"/>
          </p:cNvSpPr>
          <p:nvPr>
            <p:ph type="body"/>
          </p:nvPr>
        </p:nvSpPr>
        <p:spPr>
          <a:xfrm>
            <a:off x="914400" y="2406960"/>
            <a:ext cx="16458840" cy="596592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Format des Gliederungstextes durch Klicken bearbeiten</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Calibri"/>
              </a:rPr>
              <a:t>Zweite Gliederungsebene</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Calibri"/>
              </a:rPr>
              <a:t>Dritte Gliederungsebene</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Calibri"/>
              </a:rPr>
              <a:t>Vierte Gliederungsebene</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Calibri"/>
              </a:rPr>
              <a:t>Fünfte Gliederungsebene</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Calibri"/>
              </a:rPr>
              <a:t>Sechste Gliederungsebene</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Calibri"/>
              </a:rPr>
              <a:t>Siebte Gliederungsebene</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gif"/><Relationship Id="rId3"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6a82"/>
        </a:solidFill>
      </p:bgPr>
    </p:bg>
    <p:spTree>
      <p:nvGrpSpPr>
        <p:cNvPr id="1" name=""/>
        <p:cNvGrpSpPr/>
        <p:nvPr/>
      </p:nvGrpSpPr>
      <p:grpSpPr>
        <a:xfrm>
          <a:off x="0" y="0"/>
          <a:ext cx="0" cy="0"/>
          <a:chOff x="0" y="0"/>
          <a:chExt cx="0" cy="0"/>
        </a:xfrm>
      </p:grpSpPr>
      <p:sp>
        <p:nvSpPr>
          <p:cNvPr id="41" name="Line 1"/>
          <p:cNvSpPr/>
          <p:nvPr/>
        </p:nvSpPr>
        <p:spPr>
          <a:xfrm>
            <a:off x="5752440" y="7632360"/>
            <a:ext cx="7325280" cy="0"/>
          </a:xfrm>
          <a:prstGeom prst="line">
            <a:avLst/>
          </a:prstGeom>
          <a:ln w="38100">
            <a:solidFill>
              <a:srgbClr val="7ec6db">
                <a:alpha val="75000"/>
              </a:srgbClr>
            </a:solidFill>
            <a:round/>
            <a:headEnd len="lg" type="diamond" w="lg"/>
            <a:tailEnd len="lg" type="diamond" w="lg"/>
          </a:ln>
        </p:spPr>
        <p:style>
          <a:lnRef idx="0"/>
          <a:fillRef idx="0"/>
          <a:effectRef idx="0"/>
          <a:fontRef idx="minor"/>
        </p:style>
      </p:sp>
      <p:sp>
        <p:nvSpPr>
          <p:cNvPr id="42" name="CustomShape 2"/>
          <p:cNvSpPr/>
          <p:nvPr/>
        </p:nvSpPr>
        <p:spPr>
          <a:xfrm>
            <a:off x="5819040" y="6456240"/>
            <a:ext cx="9450720" cy="888480"/>
          </a:xfrm>
          <a:prstGeom prst="rect">
            <a:avLst/>
          </a:prstGeom>
          <a:noFill/>
          <a:ln w="0">
            <a:noFill/>
          </a:ln>
        </p:spPr>
        <p:style>
          <a:lnRef idx="0"/>
          <a:fillRef idx="0"/>
          <a:effectRef idx="0"/>
          <a:fontRef idx="minor"/>
        </p:style>
        <p:txBody>
          <a:bodyPr lIns="0" rIns="0" tIns="0" bIns="0">
            <a:spAutoFit/>
          </a:bodyPr>
          <a:p>
            <a:pPr>
              <a:lnSpc>
                <a:spcPts val="6999"/>
              </a:lnSpc>
            </a:pPr>
            <a:r>
              <a:rPr b="1" lang="en-US" sz="4000" spc="-1" strike="noStrike">
                <a:solidFill>
                  <a:srgbClr val="7ec6db"/>
                </a:solidFill>
                <a:latin typeface="Rosario Italics"/>
                <a:ea typeface="Rosario Italics"/>
              </a:rPr>
              <a:t>by Ronja Lehle</a:t>
            </a:r>
            <a:endParaRPr b="1" lang="de-DE" sz="4000" spc="-1" strike="noStrike">
              <a:latin typeface="Arial"/>
            </a:endParaRPr>
          </a:p>
        </p:txBody>
      </p:sp>
      <p:sp>
        <p:nvSpPr>
          <p:cNvPr id="43" name="CustomShape 3"/>
          <p:cNvSpPr/>
          <p:nvPr/>
        </p:nvSpPr>
        <p:spPr>
          <a:xfrm>
            <a:off x="6679440" y="1031760"/>
            <a:ext cx="6033240" cy="710640"/>
          </a:xfrm>
          <a:prstGeom prst="rect">
            <a:avLst/>
          </a:prstGeom>
          <a:noFill/>
          <a:ln w="0">
            <a:noFill/>
          </a:ln>
        </p:spPr>
        <p:style>
          <a:lnRef idx="0"/>
          <a:fillRef idx="0"/>
          <a:effectRef idx="0"/>
          <a:fontRef idx="minor"/>
        </p:style>
        <p:txBody>
          <a:bodyPr lIns="0" rIns="0" tIns="0" bIns="0">
            <a:spAutoFit/>
          </a:bodyPr>
          <a:p>
            <a:pPr>
              <a:lnSpc>
                <a:spcPts val="5598"/>
              </a:lnSpc>
            </a:pPr>
            <a:r>
              <a:rPr b="0" lang="en-US" sz="4000" spc="-1" strike="noStrike">
                <a:solidFill>
                  <a:srgbClr val="7ec6db"/>
                </a:solidFill>
                <a:latin typeface="Rosario Bold"/>
                <a:ea typeface="Rosario Bold"/>
              </a:rPr>
              <a:t>UNIVERSITY OF ULM</a:t>
            </a:r>
            <a:endParaRPr b="0" lang="de-DE" sz="4000" spc="-1" strike="noStrike">
              <a:latin typeface="Arial"/>
            </a:endParaRPr>
          </a:p>
        </p:txBody>
      </p:sp>
      <p:sp>
        <p:nvSpPr>
          <p:cNvPr id="44" name="CustomShape 4"/>
          <p:cNvSpPr/>
          <p:nvPr/>
        </p:nvSpPr>
        <p:spPr>
          <a:xfrm>
            <a:off x="5819040" y="7880040"/>
            <a:ext cx="6624000" cy="710640"/>
          </a:xfrm>
          <a:prstGeom prst="rect">
            <a:avLst/>
          </a:prstGeom>
          <a:noFill/>
          <a:ln w="0">
            <a:noFill/>
          </a:ln>
        </p:spPr>
        <p:style>
          <a:lnRef idx="0"/>
          <a:fillRef idx="0"/>
          <a:effectRef idx="0"/>
          <a:fontRef idx="minor"/>
        </p:style>
        <p:txBody>
          <a:bodyPr lIns="0" rIns="0" tIns="0" bIns="0">
            <a:spAutoFit/>
          </a:bodyPr>
          <a:p>
            <a:pPr>
              <a:lnSpc>
                <a:spcPts val="5598"/>
              </a:lnSpc>
            </a:pPr>
            <a:r>
              <a:rPr b="0" lang="en-US" sz="4000" spc="-1" strike="noStrike">
                <a:solidFill>
                  <a:srgbClr val="7ec6db"/>
                </a:solidFill>
                <a:latin typeface="Rosario Italics"/>
                <a:ea typeface="Rosario Italics"/>
              </a:rPr>
              <a:t>Media Informatics| 2024</a:t>
            </a:r>
            <a:endParaRPr b="0" lang="de-DE" sz="4000" spc="-1" strike="noStrike">
              <a:latin typeface="Arial"/>
            </a:endParaRPr>
          </a:p>
        </p:txBody>
      </p:sp>
      <p:sp>
        <p:nvSpPr>
          <p:cNvPr id="45" name="CustomShape 5"/>
          <p:cNvSpPr/>
          <p:nvPr/>
        </p:nvSpPr>
        <p:spPr>
          <a:xfrm>
            <a:off x="5752440" y="2654280"/>
            <a:ext cx="11506320" cy="3635640"/>
          </a:xfrm>
          <a:prstGeom prst="rect">
            <a:avLst/>
          </a:prstGeom>
          <a:noFill/>
          <a:ln w="0">
            <a:noFill/>
          </a:ln>
        </p:spPr>
        <p:style>
          <a:lnRef idx="0"/>
          <a:fillRef idx="0"/>
          <a:effectRef idx="0"/>
          <a:fontRef idx="minor"/>
        </p:style>
        <p:txBody>
          <a:bodyPr lIns="0" rIns="0" tIns="0" bIns="0">
            <a:spAutoFit/>
          </a:bodyPr>
          <a:p>
            <a:pPr>
              <a:lnSpc>
                <a:spcPts val="7999"/>
              </a:lnSpc>
              <a:spcBef>
                <a:spcPts val="425"/>
              </a:spcBef>
              <a:spcAft>
                <a:spcPts val="425"/>
              </a:spcAft>
            </a:pPr>
            <a:r>
              <a:rPr b="0" lang="en-US" sz="8000" spc="-1" strike="noStrike">
                <a:solidFill>
                  <a:srgbClr val="f1f1f1"/>
                </a:solidFill>
                <a:latin typeface="Do Hyeon"/>
                <a:ea typeface="Do Hyeon"/>
              </a:rPr>
              <a:t>Presentation </a:t>
            </a:r>
            <a:endParaRPr b="0" lang="de-DE" sz="8000" spc="-1" strike="noStrike">
              <a:latin typeface="Arial"/>
            </a:endParaRPr>
          </a:p>
          <a:p>
            <a:pPr>
              <a:lnSpc>
                <a:spcPts val="7999"/>
              </a:lnSpc>
              <a:spcBef>
                <a:spcPts val="425"/>
              </a:spcBef>
              <a:spcAft>
                <a:spcPts val="425"/>
              </a:spcAft>
            </a:pPr>
            <a:r>
              <a:rPr b="0" lang="en-US" sz="8000" spc="-1" strike="noStrike">
                <a:solidFill>
                  <a:srgbClr val="f1f1f1"/>
                </a:solidFill>
                <a:latin typeface="Do Hyeon"/>
                <a:ea typeface="Do Hyeon"/>
              </a:rPr>
              <a:t>Bachelor Thesis</a:t>
            </a:r>
            <a:endParaRPr b="0" lang="de-DE" sz="8000" spc="-1" strike="noStrike">
              <a:latin typeface="Arial"/>
            </a:endParaRPr>
          </a:p>
          <a:p>
            <a:pPr>
              <a:lnSpc>
                <a:spcPts val="5040"/>
              </a:lnSpc>
              <a:spcBef>
                <a:spcPts val="425"/>
              </a:spcBef>
              <a:spcAft>
                <a:spcPts val="425"/>
              </a:spcAft>
            </a:pPr>
            <a:r>
              <a:rPr b="0" lang="en-US" sz="4200" spc="-1" strike="noStrike">
                <a:solidFill>
                  <a:srgbClr val="f1f1f1"/>
                </a:solidFill>
                <a:latin typeface="Do Hyeon"/>
                <a:ea typeface="Do Hyeon"/>
              </a:rPr>
              <a:t>Investigating the Impact of an Intervention </a:t>
            </a:r>
            <a:endParaRPr b="0" lang="de-DE" sz="4200" spc="-1" strike="noStrike">
              <a:latin typeface="Arial"/>
            </a:endParaRPr>
          </a:p>
          <a:p>
            <a:pPr>
              <a:lnSpc>
                <a:spcPts val="5040"/>
              </a:lnSpc>
              <a:spcBef>
                <a:spcPts val="425"/>
              </a:spcBef>
              <a:spcAft>
                <a:spcPts val="425"/>
              </a:spcAft>
            </a:pPr>
            <a:r>
              <a:rPr b="0" lang="en-US" sz="4200" spc="-1" strike="noStrike">
                <a:solidFill>
                  <a:srgbClr val="f1f1f1"/>
                </a:solidFill>
                <a:latin typeface="Do Hyeon"/>
                <a:ea typeface="Do Hyeon"/>
              </a:rPr>
              <a:t>that Increases Users’ Awareness of Phubbing</a:t>
            </a:r>
            <a:endParaRPr b="0" lang="de-DE" sz="4200" spc="-1" strike="noStrike">
              <a:latin typeface="Arial"/>
            </a:endParaRPr>
          </a:p>
        </p:txBody>
      </p:sp>
      <p:grpSp>
        <p:nvGrpSpPr>
          <p:cNvPr id="46" name="Group 6"/>
          <p:cNvGrpSpPr/>
          <p:nvPr/>
        </p:nvGrpSpPr>
        <p:grpSpPr>
          <a:xfrm>
            <a:off x="14963760" y="-1929960"/>
            <a:ext cx="4991040" cy="4991040"/>
            <a:chOff x="14963760" y="-1929960"/>
            <a:chExt cx="4991040" cy="4991040"/>
          </a:xfrm>
        </p:grpSpPr>
        <p:grpSp>
          <p:nvGrpSpPr>
            <p:cNvPr id="47" name="Group 7"/>
            <p:cNvGrpSpPr/>
            <p:nvPr/>
          </p:nvGrpSpPr>
          <p:grpSpPr>
            <a:xfrm>
              <a:off x="16092000" y="-1488960"/>
              <a:ext cx="2734560" cy="4323600"/>
              <a:chOff x="16092000" y="-1488960"/>
              <a:chExt cx="2734560" cy="4323600"/>
            </a:xfrm>
          </p:grpSpPr>
          <p:sp>
            <p:nvSpPr>
              <p:cNvPr id="48" name="CustomShape 8"/>
              <p:cNvSpPr/>
              <p:nvPr/>
            </p:nvSpPr>
            <p:spPr>
              <a:xfrm>
                <a:off x="16092000" y="-1488960"/>
                <a:ext cx="2734560" cy="43236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49" name="CustomShape 9"/>
              <p:cNvSpPr/>
              <p:nvPr/>
            </p:nvSpPr>
            <p:spPr>
              <a:xfrm>
                <a:off x="16348320" y="-1301040"/>
                <a:ext cx="2221560" cy="3730320"/>
              </a:xfrm>
              <a:prstGeom prst="rect">
                <a:avLst/>
              </a:prstGeom>
              <a:noFill/>
              <a:ln w="0">
                <a:noFill/>
              </a:ln>
            </p:spPr>
            <p:style>
              <a:lnRef idx="0"/>
              <a:fillRef idx="0"/>
              <a:effectRef idx="0"/>
              <a:fontRef idx="minor"/>
            </p:style>
          </p:sp>
        </p:grpSp>
        <p:grpSp>
          <p:nvGrpSpPr>
            <p:cNvPr id="50" name="Group 10"/>
            <p:cNvGrpSpPr/>
            <p:nvPr/>
          </p:nvGrpSpPr>
          <p:grpSpPr>
            <a:xfrm>
              <a:off x="15297840" y="-694440"/>
              <a:ext cx="4323600" cy="2734560"/>
              <a:chOff x="15297840" y="-694440"/>
              <a:chExt cx="4323600" cy="2734560"/>
            </a:xfrm>
          </p:grpSpPr>
          <p:sp>
            <p:nvSpPr>
              <p:cNvPr id="51" name="CustomShape 11"/>
              <p:cNvSpPr/>
              <p:nvPr/>
            </p:nvSpPr>
            <p:spPr>
              <a:xfrm rot="5400000">
                <a:off x="16092360" y="-1488960"/>
                <a:ext cx="2734560" cy="43236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52" name="CustomShape 12"/>
              <p:cNvSpPr/>
              <p:nvPr/>
            </p:nvSpPr>
            <p:spPr>
              <a:xfrm rot="5400000">
                <a:off x="16457400" y="-1191960"/>
                <a:ext cx="2221560" cy="3730320"/>
              </a:xfrm>
              <a:prstGeom prst="rect">
                <a:avLst/>
              </a:prstGeom>
              <a:noFill/>
              <a:ln w="0">
                <a:noFill/>
              </a:ln>
            </p:spPr>
            <p:style>
              <a:lnRef idx="0"/>
              <a:fillRef idx="0"/>
              <a:effectRef idx="0"/>
              <a:fontRef idx="minor"/>
            </p:style>
          </p:sp>
        </p:grpSp>
        <p:grpSp>
          <p:nvGrpSpPr>
            <p:cNvPr id="53" name="Group 13"/>
            <p:cNvGrpSpPr/>
            <p:nvPr/>
          </p:nvGrpSpPr>
          <p:grpSpPr>
            <a:xfrm>
              <a:off x="14964120" y="-1929960"/>
              <a:ext cx="4990680" cy="4991040"/>
              <a:chOff x="14964120" y="-1929960"/>
              <a:chExt cx="4990680" cy="4991040"/>
            </a:xfrm>
          </p:grpSpPr>
          <p:sp>
            <p:nvSpPr>
              <p:cNvPr id="54" name="CustomShape 14"/>
              <p:cNvSpPr/>
              <p:nvPr/>
            </p:nvSpPr>
            <p:spPr>
              <a:xfrm rot="2700000">
                <a:off x="16092000" y="-1596240"/>
                <a:ext cx="2734560" cy="43236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55" name="CustomShape 15"/>
              <p:cNvSpPr/>
              <p:nvPr/>
            </p:nvSpPr>
            <p:spPr>
              <a:xfrm rot="2700000">
                <a:off x="16425000" y="-1376280"/>
                <a:ext cx="2221560" cy="3730320"/>
              </a:xfrm>
              <a:prstGeom prst="rect">
                <a:avLst/>
              </a:prstGeom>
              <a:noFill/>
              <a:ln w="0">
                <a:noFill/>
              </a:ln>
            </p:spPr>
            <p:style>
              <a:lnRef idx="0"/>
              <a:fillRef idx="0"/>
              <a:effectRef idx="0"/>
              <a:fontRef idx="minor"/>
            </p:style>
          </p:sp>
        </p:grpSp>
        <p:grpSp>
          <p:nvGrpSpPr>
            <p:cNvPr id="56" name="Group 16"/>
            <p:cNvGrpSpPr/>
            <p:nvPr/>
          </p:nvGrpSpPr>
          <p:grpSpPr>
            <a:xfrm>
              <a:off x="14963760" y="-1929600"/>
              <a:ext cx="4991040" cy="4990680"/>
              <a:chOff x="14963760" y="-1929600"/>
              <a:chExt cx="4991040" cy="4990680"/>
            </a:xfrm>
          </p:grpSpPr>
          <p:sp>
            <p:nvSpPr>
              <p:cNvPr id="57" name="CustomShape 17"/>
              <p:cNvSpPr/>
              <p:nvPr/>
            </p:nvSpPr>
            <p:spPr>
              <a:xfrm rot="8100000">
                <a:off x="16092000" y="-1595880"/>
                <a:ext cx="2734560" cy="43236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58" name="CustomShape 18"/>
              <p:cNvSpPr/>
              <p:nvPr/>
            </p:nvSpPr>
            <p:spPr>
              <a:xfrm rot="8100000">
                <a:off x="16425720" y="-1222200"/>
                <a:ext cx="2221560" cy="3730320"/>
              </a:xfrm>
              <a:prstGeom prst="rect">
                <a:avLst/>
              </a:prstGeom>
              <a:noFill/>
              <a:ln w="0">
                <a:noFill/>
              </a:ln>
            </p:spPr>
            <p:style>
              <a:lnRef idx="0"/>
              <a:fillRef idx="0"/>
              <a:effectRef idx="0"/>
              <a:fontRef idx="minor"/>
            </p:style>
          </p:sp>
        </p:grpSp>
      </p:grpSp>
      <p:grpSp>
        <p:nvGrpSpPr>
          <p:cNvPr id="59" name="Group 19"/>
          <p:cNvGrpSpPr/>
          <p:nvPr/>
        </p:nvGrpSpPr>
        <p:grpSpPr>
          <a:xfrm>
            <a:off x="769320" y="661320"/>
            <a:ext cx="3712680" cy="3712680"/>
            <a:chOff x="769320" y="661320"/>
            <a:chExt cx="3712680" cy="3712680"/>
          </a:xfrm>
        </p:grpSpPr>
        <p:grpSp>
          <p:nvGrpSpPr>
            <p:cNvPr id="60" name="Group 20"/>
            <p:cNvGrpSpPr/>
            <p:nvPr/>
          </p:nvGrpSpPr>
          <p:grpSpPr>
            <a:xfrm>
              <a:off x="1017720" y="1500840"/>
              <a:ext cx="3216240" cy="2034000"/>
              <a:chOff x="1017720" y="1500840"/>
              <a:chExt cx="3216240" cy="2034000"/>
            </a:xfrm>
          </p:grpSpPr>
          <p:sp>
            <p:nvSpPr>
              <p:cNvPr id="61" name="CustomShape 21"/>
              <p:cNvSpPr/>
              <p:nvPr/>
            </p:nvSpPr>
            <p:spPr>
              <a:xfrm rot="5400000">
                <a:off x="1608840" y="909360"/>
                <a:ext cx="2034000" cy="3216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62" name="CustomShape 22"/>
              <p:cNvSpPr/>
              <p:nvPr/>
            </p:nvSpPr>
            <p:spPr>
              <a:xfrm rot="5400000">
                <a:off x="1880280" y="1130040"/>
                <a:ext cx="1652760" cy="2774880"/>
              </a:xfrm>
              <a:prstGeom prst="rect">
                <a:avLst/>
              </a:prstGeom>
              <a:noFill/>
              <a:ln w="0">
                <a:noFill/>
              </a:ln>
            </p:spPr>
            <p:style>
              <a:lnRef idx="0"/>
              <a:fillRef idx="0"/>
              <a:effectRef idx="0"/>
              <a:fontRef idx="minor"/>
            </p:style>
          </p:sp>
        </p:grpSp>
        <p:grpSp>
          <p:nvGrpSpPr>
            <p:cNvPr id="63" name="Group 23"/>
            <p:cNvGrpSpPr/>
            <p:nvPr/>
          </p:nvGrpSpPr>
          <p:grpSpPr>
            <a:xfrm>
              <a:off x="1608480" y="909720"/>
              <a:ext cx="2034000" cy="3216240"/>
              <a:chOff x="1608480" y="909720"/>
              <a:chExt cx="2034000" cy="3216240"/>
            </a:xfrm>
          </p:grpSpPr>
          <p:sp>
            <p:nvSpPr>
              <p:cNvPr id="64" name="CustomShape 24"/>
              <p:cNvSpPr/>
              <p:nvPr/>
            </p:nvSpPr>
            <p:spPr>
              <a:xfrm>
                <a:off x="1608480" y="909720"/>
                <a:ext cx="2034000" cy="3216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65" name="CustomShape 25"/>
              <p:cNvSpPr/>
              <p:nvPr/>
            </p:nvSpPr>
            <p:spPr>
              <a:xfrm>
                <a:off x="1798920" y="1049400"/>
                <a:ext cx="1652760" cy="2774880"/>
              </a:xfrm>
              <a:prstGeom prst="rect">
                <a:avLst/>
              </a:prstGeom>
              <a:noFill/>
              <a:ln w="0">
                <a:noFill/>
              </a:ln>
            </p:spPr>
            <p:style>
              <a:lnRef idx="0"/>
              <a:fillRef idx="0"/>
              <a:effectRef idx="0"/>
              <a:fontRef idx="minor"/>
            </p:style>
          </p:sp>
        </p:grpSp>
        <p:grpSp>
          <p:nvGrpSpPr>
            <p:cNvPr id="66" name="Group 26"/>
            <p:cNvGrpSpPr/>
            <p:nvPr/>
          </p:nvGrpSpPr>
          <p:grpSpPr>
            <a:xfrm>
              <a:off x="769680" y="661680"/>
              <a:ext cx="3712320" cy="3712320"/>
              <a:chOff x="769680" y="661680"/>
              <a:chExt cx="3712320" cy="3712320"/>
            </a:xfrm>
          </p:grpSpPr>
          <p:sp>
            <p:nvSpPr>
              <p:cNvPr id="67" name="CustomShape 27"/>
              <p:cNvSpPr/>
              <p:nvPr/>
            </p:nvSpPr>
            <p:spPr>
              <a:xfrm rot="8100000">
                <a:off x="1608480" y="909360"/>
                <a:ext cx="2034000" cy="3216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68" name="CustomShape 28"/>
              <p:cNvSpPr/>
              <p:nvPr/>
            </p:nvSpPr>
            <p:spPr>
              <a:xfrm rot="8100000">
                <a:off x="1856520" y="1187280"/>
                <a:ext cx="1652760" cy="2774880"/>
              </a:xfrm>
              <a:prstGeom prst="rect">
                <a:avLst/>
              </a:prstGeom>
              <a:noFill/>
              <a:ln w="0">
                <a:noFill/>
              </a:ln>
            </p:spPr>
            <p:style>
              <a:lnRef idx="0"/>
              <a:fillRef idx="0"/>
              <a:effectRef idx="0"/>
              <a:fontRef idx="minor"/>
            </p:style>
          </p:sp>
        </p:grpSp>
        <p:grpSp>
          <p:nvGrpSpPr>
            <p:cNvPr id="69" name="Group 29"/>
            <p:cNvGrpSpPr/>
            <p:nvPr/>
          </p:nvGrpSpPr>
          <p:grpSpPr>
            <a:xfrm>
              <a:off x="769320" y="661320"/>
              <a:ext cx="3712320" cy="3712320"/>
              <a:chOff x="769320" y="661320"/>
              <a:chExt cx="3712320" cy="3712320"/>
            </a:xfrm>
          </p:grpSpPr>
          <p:sp>
            <p:nvSpPr>
              <p:cNvPr id="70" name="CustomShape 30"/>
              <p:cNvSpPr/>
              <p:nvPr/>
            </p:nvSpPr>
            <p:spPr>
              <a:xfrm rot="2700000">
                <a:off x="1608120" y="909360"/>
                <a:ext cx="2034000" cy="3216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71" name="CustomShape 31"/>
              <p:cNvSpPr/>
              <p:nvPr/>
            </p:nvSpPr>
            <p:spPr>
              <a:xfrm rot="2700000">
                <a:off x="1856160" y="1072800"/>
                <a:ext cx="1652760" cy="2774880"/>
              </a:xfrm>
              <a:prstGeom prst="rect">
                <a:avLst/>
              </a:prstGeom>
              <a:noFill/>
              <a:ln w="0">
                <a:noFill/>
              </a:ln>
            </p:spPr>
            <p:style>
              <a:lnRef idx="0"/>
              <a:fillRef idx="0"/>
              <a:effectRef idx="0"/>
              <a:fontRef idx="minor"/>
            </p:style>
          </p:sp>
        </p:grpSp>
      </p:grpSp>
      <p:grpSp>
        <p:nvGrpSpPr>
          <p:cNvPr id="72" name="Group 32"/>
          <p:cNvGrpSpPr/>
          <p:nvPr/>
        </p:nvGrpSpPr>
        <p:grpSpPr>
          <a:xfrm>
            <a:off x="9768960" y="7788960"/>
            <a:ext cx="4991040" cy="4991040"/>
            <a:chOff x="9768960" y="7788960"/>
            <a:chExt cx="4991040" cy="4991040"/>
          </a:xfrm>
        </p:grpSpPr>
        <p:grpSp>
          <p:nvGrpSpPr>
            <p:cNvPr id="73" name="Group 33"/>
            <p:cNvGrpSpPr/>
            <p:nvPr/>
          </p:nvGrpSpPr>
          <p:grpSpPr>
            <a:xfrm>
              <a:off x="10897200" y="8229960"/>
              <a:ext cx="2734560" cy="4323600"/>
              <a:chOff x="10897200" y="8229960"/>
              <a:chExt cx="2734560" cy="4323600"/>
            </a:xfrm>
          </p:grpSpPr>
          <p:sp>
            <p:nvSpPr>
              <p:cNvPr id="74" name="CustomShape 34"/>
              <p:cNvSpPr/>
              <p:nvPr/>
            </p:nvSpPr>
            <p:spPr>
              <a:xfrm>
                <a:off x="10897200" y="8229960"/>
                <a:ext cx="2734560" cy="43236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75" name="CustomShape 35"/>
              <p:cNvSpPr/>
              <p:nvPr/>
            </p:nvSpPr>
            <p:spPr>
              <a:xfrm>
                <a:off x="11153520" y="8417880"/>
                <a:ext cx="2221560" cy="3730320"/>
              </a:xfrm>
              <a:prstGeom prst="rect">
                <a:avLst/>
              </a:prstGeom>
              <a:noFill/>
              <a:ln w="0">
                <a:noFill/>
              </a:ln>
            </p:spPr>
            <p:style>
              <a:lnRef idx="0"/>
              <a:fillRef idx="0"/>
              <a:effectRef idx="0"/>
              <a:fontRef idx="minor"/>
            </p:style>
          </p:sp>
        </p:grpSp>
        <p:grpSp>
          <p:nvGrpSpPr>
            <p:cNvPr id="76" name="Group 36"/>
            <p:cNvGrpSpPr/>
            <p:nvPr/>
          </p:nvGrpSpPr>
          <p:grpSpPr>
            <a:xfrm>
              <a:off x="10103040" y="9024840"/>
              <a:ext cx="4323600" cy="2734560"/>
              <a:chOff x="10103040" y="9024840"/>
              <a:chExt cx="4323600" cy="2734560"/>
            </a:xfrm>
          </p:grpSpPr>
          <p:sp>
            <p:nvSpPr>
              <p:cNvPr id="77" name="CustomShape 37"/>
              <p:cNvSpPr/>
              <p:nvPr/>
            </p:nvSpPr>
            <p:spPr>
              <a:xfrm rot="5400000">
                <a:off x="10897560" y="8230320"/>
                <a:ext cx="2734560" cy="43236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78" name="CustomShape 38"/>
              <p:cNvSpPr/>
              <p:nvPr/>
            </p:nvSpPr>
            <p:spPr>
              <a:xfrm rot="5400000">
                <a:off x="11262600" y="8526600"/>
                <a:ext cx="2221560" cy="3730320"/>
              </a:xfrm>
              <a:prstGeom prst="rect">
                <a:avLst/>
              </a:prstGeom>
              <a:noFill/>
              <a:ln w="0">
                <a:noFill/>
              </a:ln>
            </p:spPr>
            <p:style>
              <a:lnRef idx="0"/>
              <a:fillRef idx="0"/>
              <a:effectRef idx="0"/>
              <a:fontRef idx="minor"/>
            </p:style>
          </p:sp>
        </p:grpSp>
        <p:grpSp>
          <p:nvGrpSpPr>
            <p:cNvPr id="79" name="Group 39"/>
            <p:cNvGrpSpPr/>
            <p:nvPr/>
          </p:nvGrpSpPr>
          <p:grpSpPr>
            <a:xfrm>
              <a:off x="9769320" y="7788960"/>
              <a:ext cx="4990680" cy="4991040"/>
              <a:chOff x="9769320" y="7788960"/>
              <a:chExt cx="4990680" cy="4991040"/>
            </a:xfrm>
          </p:grpSpPr>
          <p:sp>
            <p:nvSpPr>
              <p:cNvPr id="80" name="CustomShape 40"/>
              <p:cNvSpPr/>
              <p:nvPr/>
            </p:nvSpPr>
            <p:spPr>
              <a:xfrm rot="2700000">
                <a:off x="10897200" y="8122320"/>
                <a:ext cx="2734560" cy="43236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81" name="CustomShape 41"/>
              <p:cNvSpPr/>
              <p:nvPr/>
            </p:nvSpPr>
            <p:spPr>
              <a:xfrm rot="2700000">
                <a:off x="11230200" y="8342280"/>
                <a:ext cx="2221560" cy="3730320"/>
              </a:xfrm>
              <a:prstGeom prst="rect">
                <a:avLst/>
              </a:prstGeom>
              <a:noFill/>
              <a:ln w="0">
                <a:noFill/>
              </a:ln>
            </p:spPr>
            <p:style>
              <a:lnRef idx="0"/>
              <a:fillRef idx="0"/>
              <a:effectRef idx="0"/>
              <a:fontRef idx="minor"/>
            </p:style>
          </p:sp>
        </p:grpSp>
        <p:grpSp>
          <p:nvGrpSpPr>
            <p:cNvPr id="82" name="Group 42"/>
            <p:cNvGrpSpPr/>
            <p:nvPr/>
          </p:nvGrpSpPr>
          <p:grpSpPr>
            <a:xfrm>
              <a:off x="9768960" y="7789320"/>
              <a:ext cx="4991040" cy="4990680"/>
              <a:chOff x="9768960" y="7789320"/>
              <a:chExt cx="4991040" cy="4990680"/>
            </a:xfrm>
          </p:grpSpPr>
          <p:sp>
            <p:nvSpPr>
              <p:cNvPr id="83" name="CustomShape 43"/>
              <p:cNvSpPr/>
              <p:nvPr/>
            </p:nvSpPr>
            <p:spPr>
              <a:xfrm rot="8100000">
                <a:off x="10897200" y="8122680"/>
                <a:ext cx="2734560" cy="43236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84" name="CustomShape 44"/>
              <p:cNvSpPr/>
              <p:nvPr/>
            </p:nvSpPr>
            <p:spPr>
              <a:xfrm rot="8100000">
                <a:off x="11230920" y="8496360"/>
                <a:ext cx="2221560" cy="3730320"/>
              </a:xfrm>
              <a:prstGeom prst="rect">
                <a:avLst/>
              </a:prstGeom>
              <a:noFill/>
              <a:ln w="0">
                <a:noFill/>
              </a:ln>
            </p:spPr>
            <p:style>
              <a:lnRef idx="0"/>
              <a:fillRef idx="0"/>
              <a:effectRef idx="0"/>
              <a:fontRef idx="minor"/>
            </p:style>
          </p:sp>
        </p:grpSp>
      </p:grpSp>
      <p:grpSp>
        <p:nvGrpSpPr>
          <p:cNvPr id="85" name="Group 45"/>
          <p:cNvGrpSpPr/>
          <p:nvPr/>
        </p:nvGrpSpPr>
        <p:grpSpPr>
          <a:xfrm>
            <a:off x="182880" y="203400"/>
            <a:ext cx="2617200" cy="2616840"/>
            <a:chOff x="182880" y="203400"/>
            <a:chExt cx="2617200" cy="2616840"/>
          </a:xfrm>
        </p:grpSpPr>
        <p:grpSp>
          <p:nvGrpSpPr>
            <p:cNvPr id="86" name="Group 46"/>
            <p:cNvGrpSpPr/>
            <p:nvPr/>
          </p:nvGrpSpPr>
          <p:grpSpPr>
            <a:xfrm>
              <a:off x="774360" y="434520"/>
              <a:ext cx="1433520" cy="2266920"/>
              <a:chOff x="774360" y="434520"/>
              <a:chExt cx="1433520" cy="2266920"/>
            </a:xfrm>
          </p:grpSpPr>
          <p:sp>
            <p:nvSpPr>
              <p:cNvPr id="87" name="CustomShape 47"/>
              <p:cNvSpPr/>
              <p:nvPr/>
            </p:nvSpPr>
            <p:spPr>
              <a:xfrm>
                <a:off x="774360" y="434520"/>
                <a:ext cx="1433520" cy="22669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88" name="CustomShape 48"/>
              <p:cNvSpPr/>
              <p:nvPr/>
            </p:nvSpPr>
            <p:spPr>
              <a:xfrm>
                <a:off x="909000" y="533160"/>
                <a:ext cx="1164600" cy="1955880"/>
              </a:xfrm>
              <a:prstGeom prst="rect">
                <a:avLst/>
              </a:prstGeom>
              <a:noFill/>
              <a:ln w="0">
                <a:noFill/>
              </a:ln>
            </p:spPr>
            <p:style>
              <a:lnRef idx="0"/>
              <a:fillRef idx="0"/>
              <a:effectRef idx="0"/>
              <a:fontRef idx="minor"/>
            </p:style>
          </p:sp>
        </p:grpSp>
        <p:grpSp>
          <p:nvGrpSpPr>
            <p:cNvPr id="89" name="Group 49"/>
            <p:cNvGrpSpPr/>
            <p:nvPr/>
          </p:nvGrpSpPr>
          <p:grpSpPr>
            <a:xfrm>
              <a:off x="358200" y="851040"/>
              <a:ext cx="2266920" cy="1433520"/>
              <a:chOff x="358200" y="851040"/>
              <a:chExt cx="2266920" cy="1433520"/>
            </a:xfrm>
          </p:grpSpPr>
          <p:sp>
            <p:nvSpPr>
              <p:cNvPr id="90" name="CustomShape 50"/>
              <p:cNvSpPr/>
              <p:nvPr/>
            </p:nvSpPr>
            <p:spPr>
              <a:xfrm rot="5400000">
                <a:off x="774720" y="434160"/>
                <a:ext cx="1433520" cy="22669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91" name="CustomShape 51"/>
              <p:cNvSpPr/>
              <p:nvPr/>
            </p:nvSpPr>
            <p:spPr>
              <a:xfrm rot="5400000">
                <a:off x="966240" y="589680"/>
                <a:ext cx="1164600" cy="1955880"/>
              </a:xfrm>
              <a:prstGeom prst="rect">
                <a:avLst/>
              </a:prstGeom>
              <a:noFill/>
              <a:ln w="0">
                <a:noFill/>
              </a:ln>
            </p:spPr>
            <p:style>
              <a:lnRef idx="0"/>
              <a:fillRef idx="0"/>
              <a:effectRef idx="0"/>
              <a:fontRef idx="minor"/>
            </p:style>
          </p:sp>
        </p:grpSp>
        <p:grpSp>
          <p:nvGrpSpPr>
            <p:cNvPr id="92" name="Group 52"/>
            <p:cNvGrpSpPr/>
            <p:nvPr/>
          </p:nvGrpSpPr>
          <p:grpSpPr>
            <a:xfrm>
              <a:off x="182880" y="203400"/>
              <a:ext cx="2616840" cy="2616480"/>
              <a:chOff x="182880" y="203400"/>
              <a:chExt cx="2616840" cy="2616480"/>
            </a:xfrm>
          </p:grpSpPr>
          <p:sp>
            <p:nvSpPr>
              <p:cNvPr id="93" name="CustomShape 53"/>
              <p:cNvSpPr/>
              <p:nvPr/>
            </p:nvSpPr>
            <p:spPr>
              <a:xfrm rot="2700000">
                <a:off x="774360" y="378000"/>
                <a:ext cx="1433520" cy="22669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94" name="CustomShape 54"/>
              <p:cNvSpPr/>
              <p:nvPr/>
            </p:nvSpPr>
            <p:spPr>
              <a:xfrm rot="2700000">
                <a:off x="949320" y="493200"/>
                <a:ext cx="1164600" cy="1955880"/>
              </a:xfrm>
              <a:prstGeom prst="rect">
                <a:avLst/>
              </a:prstGeom>
              <a:noFill/>
              <a:ln w="0">
                <a:noFill/>
              </a:ln>
            </p:spPr>
            <p:style>
              <a:lnRef idx="0"/>
              <a:fillRef idx="0"/>
              <a:effectRef idx="0"/>
              <a:fontRef idx="minor"/>
            </p:style>
          </p:sp>
        </p:grpSp>
        <p:grpSp>
          <p:nvGrpSpPr>
            <p:cNvPr id="95" name="Group 55"/>
            <p:cNvGrpSpPr/>
            <p:nvPr/>
          </p:nvGrpSpPr>
          <p:grpSpPr>
            <a:xfrm>
              <a:off x="183600" y="203400"/>
              <a:ext cx="2616480" cy="2616840"/>
              <a:chOff x="183600" y="203400"/>
              <a:chExt cx="2616480" cy="2616840"/>
            </a:xfrm>
          </p:grpSpPr>
          <p:sp>
            <p:nvSpPr>
              <p:cNvPr id="96" name="CustomShape 56"/>
              <p:cNvSpPr/>
              <p:nvPr/>
            </p:nvSpPr>
            <p:spPr>
              <a:xfrm rot="8100000">
                <a:off x="774720" y="378360"/>
                <a:ext cx="1433520" cy="22669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solidFill>
                <a:srgbClr val="ffffff">
                  <a:alpha val="10000"/>
                </a:srgbClr>
              </a:solidFill>
              <a:ln w="0">
                <a:noFill/>
              </a:ln>
            </p:spPr>
            <p:style>
              <a:lnRef idx="0"/>
              <a:fillRef idx="0"/>
              <a:effectRef idx="0"/>
              <a:fontRef idx="minor"/>
            </p:style>
          </p:sp>
          <p:sp>
            <p:nvSpPr>
              <p:cNvPr id="97" name="CustomShape 57"/>
              <p:cNvSpPr/>
              <p:nvPr/>
            </p:nvSpPr>
            <p:spPr>
              <a:xfrm rot="8100000">
                <a:off x="949320" y="574200"/>
                <a:ext cx="1164600" cy="1955880"/>
              </a:xfrm>
              <a:prstGeom prst="rect">
                <a:avLst/>
              </a:prstGeom>
              <a:noFill/>
              <a:ln w="0">
                <a:noFill/>
              </a:ln>
            </p:spPr>
            <p:style>
              <a:lnRef idx="0"/>
              <a:fillRef idx="0"/>
              <a:effectRef idx="0"/>
              <a:fontRef idx="minor"/>
            </p:style>
          </p:sp>
        </p:grpSp>
      </p:grpSp>
      <p:grpSp>
        <p:nvGrpSpPr>
          <p:cNvPr id="98" name="Group 58"/>
          <p:cNvGrpSpPr/>
          <p:nvPr/>
        </p:nvGrpSpPr>
        <p:grpSpPr>
          <a:xfrm>
            <a:off x="354600" y="8151840"/>
            <a:ext cx="1709280" cy="1709280"/>
            <a:chOff x="354600" y="8151840"/>
            <a:chExt cx="1709280" cy="1709280"/>
          </a:xfrm>
        </p:grpSpPr>
        <p:grpSp>
          <p:nvGrpSpPr>
            <p:cNvPr id="99" name="Group 59"/>
            <p:cNvGrpSpPr/>
            <p:nvPr/>
          </p:nvGrpSpPr>
          <p:grpSpPr>
            <a:xfrm>
              <a:off x="468720" y="8538480"/>
              <a:ext cx="1480680" cy="936360"/>
              <a:chOff x="468720" y="8538480"/>
              <a:chExt cx="1480680" cy="936360"/>
            </a:xfrm>
          </p:grpSpPr>
          <p:sp>
            <p:nvSpPr>
              <p:cNvPr id="100" name="CustomShape 60"/>
              <p:cNvSpPr/>
              <p:nvPr/>
            </p:nvSpPr>
            <p:spPr>
              <a:xfrm rot="5400000">
                <a:off x="740880" y="8266320"/>
                <a:ext cx="936360" cy="14806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01" name="CustomShape 61"/>
              <p:cNvSpPr/>
              <p:nvPr/>
            </p:nvSpPr>
            <p:spPr>
              <a:xfrm rot="5400000">
                <a:off x="865800" y="8367840"/>
                <a:ext cx="760680" cy="1277640"/>
              </a:xfrm>
              <a:prstGeom prst="rect">
                <a:avLst/>
              </a:prstGeom>
              <a:noFill/>
              <a:ln w="0">
                <a:noFill/>
              </a:ln>
            </p:spPr>
            <p:style>
              <a:lnRef idx="0"/>
              <a:fillRef idx="0"/>
              <a:effectRef idx="0"/>
              <a:fontRef idx="minor"/>
            </p:style>
          </p:sp>
        </p:grpSp>
        <p:grpSp>
          <p:nvGrpSpPr>
            <p:cNvPr id="102" name="Group 62"/>
            <p:cNvGrpSpPr/>
            <p:nvPr/>
          </p:nvGrpSpPr>
          <p:grpSpPr>
            <a:xfrm>
              <a:off x="740520" y="8266320"/>
              <a:ext cx="936360" cy="1480680"/>
              <a:chOff x="740520" y="8266320"/>
              <a:chExt cx="936360" cy="1480680"/>
            </a:xfrm>
          </p:grpSpPr>
          <p:sp>
            <p:nvSpPr>
              <p:cNvPr id="103" name="CustomShape 63"/>
              <p:cNvSpPr/>
              <p:nvPr/>
            </p:nvSpPr>
            <p:spPr>
              <a:xfrm>
                <a:off x="740520" y="8266320"/>
                <a:ext cx="936360" cy="14806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04" name="CustomShape 64"/>
              <p:cNvSpPr/>
              <p:nvPr/>
            </p:nvSpPr>
            <p:spPr>
              <a:xfrm>
                <a:off x="828360" y="8330400"/>
                <a:ext cx="760680" cy="1277640"/>
              </a:xfrm>
              <a:prstGeom prst="rect">
                <a:avLst/>
              </a:prstGeom>
              <a:noFill/>
              <a:ln w="0">
                <a:noFill/>
              </a:ln>
            </p:spPr>
            <p:style>
              <a:lnRef idx="0"/>
              <a:fillRef idx="0"/>
              <a:effectRef idx="0"/>
              <a:fontRef idx="minor"/>
            </p:style>
          </p:sp>
        </p:grpSp>
        <p:grpSp>
          <p:nvGrpSpPr>
            <p:cNvPr id="105" name="Group 65"/>
            <p:cNvGrpSpPr/>
            <p:nvPr/>
          </p:nvGrpSpPr>
          <p:grpSpPr>
            <a:xfrm>
              <a:off x="354600" y="8152200"/>
              <a:ext cx="1709280" cy="1708920"/>
              <a:chOff x="354600" y="8152200"/>
              <a:chExt cx="1709280" cy="1708920"/>
            </a:xfrm>
          </p:grpSpPr>
          <p:sp>
            <p:nvSpPr>
              <p:cNvPr id="106" name="CustomShape 66"/>
              <p:cNvSpPr/>
              <p:nvPr/>
            </p:nvSpPr>
            <p:spPr>
              <a:xfrm rot="8100000">
                <a:off x="740880" y="8265960"/>
                <a:ext cx="936360" cy="14806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07" name="CustomShape 67"/>
              <p:cNvSpPr/>
              <p:nvPr/>
            </p:nvSpPr>
            <p:spPr>
              <a:xfrm rot="8100000">
                <a:off x="855000" y="8393760"/>
                <a:ext cx="760680" cy="1277640"/>
              </a:xfrm>
              <a:prstGeom prst="rect">
                <a:avLst/>
              </a:prstGeom>
              <a:noFill/>
              <a:ln w="0">
                <a:noFill/>
              </a:ln>
            </p:spPr>
            <p:style>
              <a:lnRef idx="0"/>
              <a:fillRef idx="0"/>
              <a:effectRef idx="0"/>
              <a:fontRef idx="minor"/>
            </p:style>
          </p:sp>
        </p:grpSp>
        <p:grpSp>
          <p:nvGrpSpPr>
            <p:cNvPr id="108" name="Group 68"/>
            <p:cNvGrpSpPr/>
            <p:nvPr/>
          </p:nvGrpSpPr>
          <p:grpSpPr>
            <a:xfrm>
              <a:off x="354600" y="8151840"/>
              <a:ext cx="1708920" cy="1709280"/>
              <a:chOff x="354600" y="8151840"/>
              <a:chExt cx="1708920" cy="1709280"/>
            </a:xfrm>
          </p:grpSpPr>
          <p:sp>
            <p:nvSpPr>
              <p:cNvPr id="109" name="CustomShape 69"/>
              <p:cNvSpPr/>
              <p:nvPr/>
            </p:nvSpPr>
            <p:spPr>
              <a:xfrm rot="2700000">
                <a:off x="740520" y="8265960"/>
                <a:ext cx="936360" cy="14806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10" name="CustomShape 70"/>
              <p:cNvSpPr/>
              <p:nvPr/>
            </p:nvSpPr>
            <p:spPr>
              <a:xfrm rot="2700000">
                <a:off x="854640" y="8341200"/>
                <a:ext cx="760680" cy="1277640"/>
              </a:xfrm>
              <a:prstGeom prst="rect">
                <a:avLst/>
              </a:prstGeom>
              <a:noFill/>
              <a:ln w="0">
                <a:noFill/>
              </a:ln>
            </p:spPr>
            <p:style>
              <a:lnRef idx="0"/>
              <a:fillRef idx="0"/>
              <a:effectRef idx="0"/>
              <a:fontRef idx="minor"/>
            </p:style>
          </p:sp>
        </p:grpSp>
      </p:grpSp>
      <p:grpSp>
        <p:nvGrpSpPr>
          <p:cNvPr id="111" name="Group 71"/>
          <p:cNvGrpSpPr/>
          <p:nvPr/>
        </p:nvGrpSpPr>
        <p:grpSpPr>
          <a:xfrm>
            <a:off x="1834560" y="6148080"/>
            <a:ext cx="2814840" cy="2814840"/>
            <a:chOff x="1834560" y="6148080"/>
            <a:chExt cx="2814840" cy="2814840"/>
          </a:xfrm>
        </p:grpSpPr>
        <p:grpSp>
          <p:nvGrpSpPr>
            <p:cNvPr id="112" name="Group 72"/>
            <p:cNvGrpSpPr/>
            <p:nvPr/>
          </p:nvGrpSpPr>
          <p:grpSpPr>
            <a:xfrm>
              <a:off x="2022840" y="6784200"/>
              <a:ext cx="2438280" cy="1541880"/>
              <a:chOff x="2022840" y="6784200"/>
              <a:chExt cx="2438280" cy="1541880"/>
            </a:xfrm>
          </p:grpSpPr>
          <p:sp>
            <p:nvSpPr>
              <p:cNvPr id="113" name="CustomShape 73"/>
              <p:cNvSpPr/>
              <p:nvPr/>
            </p:nvSpPr>
            <p:spPr>
              <a:xfrm rot="5400000">
                <a:off x="2471040" y="633600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14" name="CustomShape 74"/>
              <p:cNvSpPr/>
              <p:nvPr/>
            </p:nvSpPr>
            <p:spPr>
              <a:xfrm rot="5400000">
                <a:off x="2676960" y="6503400"/>
                <a:ext cx="1252800" cy="2103480"/>
              </a:xfrm>
              <a:prstGeom prst="rect">
                <a:avLst/>
              </a:prstGeom>
              <a:noFill/>
              <a:ln w="0">
                <a:noFill/>
              </a:ln>
            </p:spPr>
            <p:style>
              <a:lnRef idx="0"/>
              <a:fillRef idx="0"/>
              <a:effectRef idx="0"/>
              <a:fontRef idx="minor"/>
            </p:style>
          </p:sp>
        </p:grpSp>
        <p:grpSp>
          <p:nvGrpSpPr>
            <p:cNvPr id="115" name="Group 75"/>
            <p:cNvGrpSpPr/>
            <p:nvPr/>
          </p:nvGrpSpPr>
          <p:grpSpPr>
            <a:xfrm>
              <a:off x="2470680" y="6336000"/>
              <a:ext cx="1541880" cy="2438280"/>
              <a:chOff x="2470680" y="6336000"/>
              <a:chExt cx="1541880" cy="2438280"/>
            </a:xfrm>
          </p:grpSpPr>
          <p:sp>
            <p:nvSpPr>
              <p:cNvPr id="116" name="CustomShape 76"/>
              <p:cNvSpPr/>
              <p:nvPr/>
            </p:nvSpPr>
            <p:spPr>
              <a:xfrm>
                <a:off x="2470680" y="633600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17" name="CustomShape 77"/>
              <p:cNvSpPr/>
              <p:nvPr/>
            </p:nvSpPr>
            <p:spPr>
              <a:xfrm>
                <a:off x="2615400" y="6442200"/>
                <a:ext cx="1252800" cy="2103480"/>
              </a:xfrm>
              <a:prstGeom prst="rect">
                <a:avLst/>
              </a:prstGeom>
              <a:noFill/>
              <a:ln w="0">
                <a:noFill/>
              </a:ln>
            </p:spPr>
            <p:style>
              <a:lnRef idx="0"/>
              <a:fillRef idx="0"/>
              <a:effectRef idx="0"/>
              <a:fontRef idx="minor"/>
            </p:style>
          </p:sp>
        </p:grpSp>
        <p:grpSp>
          <p:nvGrpSpPr>
            <p:cNvPr id="118" name="Group 78"/>
            <p:cNvGrpSpPr/>
            <p:nvPr/>
          </p:nvGrpSpPr>
          <p:grpSpPr>
            <a:xfrm>
              <a:off x="1834920" y="6148440"/>
              <a:ext cx="2814480" cy="2814480"/>
              <a:chOff x="1834920" y="6148440"/>
              <a:chExt cx="2814480" cy="2814480"/>
            </a:xfrm>
          </p:grpSpPr>
          <p:sp>
            <p:nvSpPr>
              <p:cNvPr id="119" name="CustomShape 79"/>
              <p:cNvSpPr/>
              <p:nvPr/>
            </p:nvSpPr>
            <p:spPr>
              <a:xfrm rot="8100000">
                <a:off x="2471040" y="633636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20" name="CustomShape 80"/>
              <p:cNvSpPr/>
              <p:nvPr/>
            </p:nvSpPr>
            <p:spPr>
              <a:xfrm rot="8100000">
                <a:off x="2658960" y="6546960"/>
                <a:ext cx="1252800" cy="2103480"/>
              </a:xfrm>
              <a:prstGeom prst="rect">
                <a:avLst/>
              </a:prstGeom>
              <a:noFill/>
              <a:ln w="0">
                <a:noFill/>
              </a:ln>
            </p:spPr>
            <p:style>
              <a:lnRef idx="0"/>
              <a:fillRef idx="0"/>
              <a:effectRef idx="0"/>
              <a:fontRef idx="minor"/>
            </p:style>
          </p:sp>
        </p:grpSp>
        <p:grpSp>
          <p:nvGrpSpPr>
            <p:cNvPr id="121" name="Group 81"/>
            <p:cNvGrpSpPr/>
            <p:nvPr/>
          </p:nvGrpSpPr>
          <p:grpSpPr>
            <a:xfrm>
              <a:off x="1834560" y="6148080"/>
              <a:ext cx="2814480" cy="2814480"/>
              <a:chOff x="1834560" y="6148080"/>
              <a:chExt cx="2814480" cy="2814480"/>
            </a:xfrm>
          </p:grpSpPr>
          <p:sp>
            <p:nvSpPr>
              <p:cNvPr id="122" name="CustomShape 82"/>
              <p:cNvSpPr/>
              <p:nvPr/>
            </p:nvSpPr>
            <p:spPr>
              <a:xfrm rot="2700000">
                <a:off x="2470680" y="633600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23" name="CustomShape 83"/>
              <p:cNvSpPr/>
              <p:nvPr/>
            </p:nvSpPr>
            <p:spPr>
              <a:xfrm rot="2700000">
                <a:off x="2658600" y="6459840"/>
                <a:ext cx="1252800" cy="2103480"/>
              </a:xfrm>
              <a:prstGeom prst="rect">
                <a:avLst/>
              </a:prstGeom>
              <a:noFill/>
              <a:ln w="0">
                <a:noFill/>
              </a:ln>
            </p:spPr>
            <p:style>
              <a:lnRef idx="0"/>
              <a:fillRef idx="0"/>
              <a:effectRef idx="0"/>
              <a:fontRef idx="minor"/>
            </p:style>
          </p:sp>
        </p:grpSp>
      </p:grpSp>
      <p:grpSp>
        <p:nvGrpSpPr>
          <p:cNvPr id="124" name="Group 84"/>
          <p:cNvGrpSpPr/>
          <p:nvPr/>
        </p:nvGrpSpPr>
        <p:grpSpPr>
          <a:xfrm>
            <a:off x="630360" y="4409280"/>
            <a:ext cx="2160720" cy="2160360"/>
            <a:chOff x="630360" y="4409280"/>
            <a:chExt cx="2160720" cy="2160360"/>
          </a:xfrm>
        </p:grpSpPr>
        <p:grpSp>
          <p:nvGrpSpPr>
            <p:cNvPr id="125" name="Group 85"/>
            <p:cNvGrpSpPr/>
            <p:nvPr/>
          </p:nvGrpSpPr>
          <p:grpSpPr>
            <a:xfrm>
              <a:off x="775080" y="4897800"/>
              <a:ext cx="1871640" cy="1183320"/>
              <a:chOff x="775080" y="4897800"/>
              <a:chExt cx="1871640" cy="1183320"/>
            </a:xfrm>
          </p:grpSpPr>
          <p:sp>
            <p:nvSpPr>
              <p:cNvPr id="126" name="CustomShape 86"/>
              <p:cNvSpPr/>
              <p:nvPr/>
            </p:nvSpPr>
            <p:spPr>
              <a:xfrm rot="5400000">
                <a:off x="1119240" y="4553640"/>
                <a:ext cx="1183320" cy="18716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27" name="CustomShape 87"/>
              <p:cNvSpPr/>
              <p:nvPr/>
            </p:nvSpPr>
            <p:spPr>
              <a:xfrm rot="5400000">
                <a:off x="1277280" y="4682160"/>
                <a:ext cx="961560" cy="1614600"/>
              </a:xfrm>
              <a:prstGeom prst="rect">
                <a:avLst/>
              </a:prstGeom>
              <a:noFill/>
              <a:ln w="0">
                <a:noFill/>
              </a:ln>
            </p:spPr>
            <p:style>
              <a:lnRef idx="0"/>
              <a:fillRef idx="0"/>
              <a:effectRef idx="0"/>
              <a:fontRef idx="minor"/>
            </p:style>
          </p:sp>
        </p:grpSp>
        <p:grpSp>
          <p:nvGrpSpPr>
            <p:cNvPr id="128" name="Group 88"/>
            <p:cNvGrpSpPr/>
            <p:nvPr/>
          </p:nvGrpSpPr>
          <p:grpSpPr>
            <a:xfrm>
              <a:off x="1118520" y="4553640"/>
              <a:ext cx="1183320" cy="1871640"/>
              <a:chOff x="1118520" y="4553640"/>
              <a:chExt cx="1183320" cy="1871640"/>
            </a:xfrm>
          </p:grpSpPr>
          <p:sp>
            <p:nvSpPr>
              <p:cNvPr id="129" name="CustomShape 89"/>
              <p:cNvSpPr/>
              <p:nvPr/>
            </p:nvSpPr>
            <p:spPr>
              <a:xfrm>
                <a:off x="1118520" y="4553640"/>
                <a:ext cx="1183320" cy="18716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30" name="CustomShape 90"/>
              <p:cNvSpPr/>
              <p:nvPr/>
            </p:nvSpPr>
            <p:spPr>
              <a:xfrm>
                <a:off x="1229760" y="4635000"/>
                <a:ext cx="961560" cy="1614600"/>
              </a:xfrm>
              <a:prstGeom prst="rect">
                <a:avLst/>
              </a:prstGeom>
              <a:noFill/>
              <a:ln w="0">
                <a:noFill/>
              </a:ln>
            </p:spPr>
            <p:style>
              <a:lnRef idx="0"/>
              <a:fillRef idx="0"/>
              <a:effectRef idx="0"/>
              <a:fontRef idx="minor"/>
            </p:style>
          </p:sp>
        </p:grpSp>
        <p:grpSp>
          <p:nvGrpSpPr>
            <p:cNvPr id="131" name="Group 91"/>
            <p:cNvGrpSpPr/>
            <p:nvPr/>
          </p:nvGrpSpPr>
          <p:grpSpPr>
            <a:xfrm>
              <a:off x="630720" y="4409640"/>
              <a:ext cx="2160360" cy="2160000"/>
              <a:chOff x="630720" y="4409640"/>
              <a:chExt cx="2160360" cy="2160000"/>
            </a:xfrm>
          </p:grpSpPr>
          <p:sp>
            <p:nvSpPr>
              <p:cNvPr id="132" name="CustomShape 92"/>
              <p:cNvSpPr/>
              <p:nvPr/>
            </p:nvSpPr>
            <p:spPr>
              <a:xfrm rot="8100000">
                <a:off x="1119240" y="4553640"/>
                <a:ext cx="1183320" cy="18716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33" name="CustomShape 93"/>
              <p:cNvSpPr/>
              <p:nvPr/>
            </p:nvSpPr>
            <p:spPr>
              <a:xfrm rot="8100000">
                <a:off x="1263240" y="4715640"/>
                <a:ext cx="961560" cy="1614600"/>
              </a:xfrm>
              <a:prstGeom prst="rect">
                <a:avLst/>
              </a:prstGeom>
              <a:noFill/>
              <a:ln w="0">
                <a:noFill/>
              </a:ln>
            </p:spPr>
            <p:style>
              <a:lnRef idx="0"/>
              <a:fillRef idx="0"/>
              <a:effectRef idx="0"/>
              <a:fontRef idx="minor"/>
            </p:style>
          </p:sp>
        </p:grpSp>
        <p:grpSp>
          <p:nvGrpSpPr>
            <p:cNvPr id="134" name="Group 94"/>
            <p:cNvGrpSpPr/>
            <p:nvPr/>
          </p:nvGrpSpPr>
          <p:grpSpPr>
            <a:xfrm>
              <a:off x="630360" y="4409280"/>
              <a:ext cx="2160000" cy="2160360"/>
              <a:chOff x="630360" y="4409280"/>
              <a:chExt cx="2160000" cy="2160360"/>
            </a:xfrm>
          </p:grpSpPr>
          <p:sp>
            <p:nvSpPr>
              <p:cNvPr id="135" name="CustomShape 95"/>
              <p:cNvSpPr/>
              <p:nvPr/>
            </p:nvSpPr>
            <p:spPr>
              <a:xfrm rot="2700000">
                <a:off x="1118520" y="4553280"/>
                <a:ext cx="1183320" cy="18716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36" name="CustomShape 96"/>
              <p:cNvSpPr/>
              <p:nvPr/>
            </p:nvSpPr>
            <p:spPr>
              <a:xfrm rot="2700000">
                <a:off x="1263240" y="4648680"/>
                <a:ext cx="961560" cy="1614600"/>
              </a:xfrm>
              <a:prstGeom prst="rect">
                <a:avLst/>
              </a:prstGeom>
              <a:noFill/>
              <a:ln w="0">
                <a:noFill/>
              </a:ln>
            </p:spPr>
            <p:style>
              <a:lnRef idx="0"/>
              <a:fillRef idx="0"/>
              <a:effectRef idx="0"/>
              <a:fontRef idx="minor"/>
            </p:style>
          </p:sp>
        </p:grpSp>
      </p:grpSp>
      <p:sp>
        <p:nvSpPr>
          <p:cNvPr id="137" name="Line 97"/>
          <p:cNvSpPr/>
          <p:nvPr/>
        </p:nvSpPr>
        <p:spPr>
          <a:xfrm>
            <a:off x="14783760" y="9526680"/>
            <a:ext cx="7325280" cy="0"/>
          </a:xfrm>
          <a:prstGeom prst="line">
            <a:avLst/>
          </a:prstGeom>
          <a:ln w="38100">
            <a:solidFill>
              <a:srgbClr val="7ec6db">
                <a:alpha val="75000"/>
              </a:srgbClr>
            </a:solidFill>
            <a:round/>
            <a:headEnd len="lg" type="diamond" w="lg"/>
            <a:tailEnd len="lg" type="diamond" w="lg"/>
          </a:ln>
        </p:spPr>
        <p:style>
          <a:lnRef idx="0"/>
          <a:fillRef idx="0"/>
          <a:effectRef idx="0"/>
          <a:fontRef idx="minor"/>
        </p:style>
      </p:sp>
      <p:pic>
        <p:nvPicPr>
          <p:cNvPr id="138" name="" descr=""/>
          <p:cNvPicPr/>
          <p:nvPr/>
        </p:nvPicPr>
        <p:blipFill>
          <a:blip r:embed="rId1"/>
          <a:srcRect l="0" t="0" r="72168" b="0"/>
          <a:stretch/>
        </p:blipFill>
        <p:spPr>
          <a:xfrm>
            <a:off x="5641920" y="1008000"/>
            <a:ext cx="882000" cy="90000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6a82"/>
        </a:solidFill>
      </p:bgPr>
    </p:bg>
    <p:spTree>
      <p:nvGrpSpPr>
        <p:cNvPr id="1" name=""/>
        <p:cNvGrpSpPr/>
        <p:nvPr/>
      </p:nvGrpSpPr>
      <p:grpSpPr>
        <a:xfrm>
          <a:off x="0" y="0"/>
          <a:ext cx="0" cy="0"/>
          <a:chOff x="0" y="0"/>
          <a:chExt cx="0" cy="0"/>
        </a:xfrm>
      </p:grpSpPr>
      <p:sp>
        <p:nvSpPr>
          <p:cNvPr id="139" name="Line 1"/>
          <p:cNvSpPr/>
          <p:nvPr/>
        </p:nvSpPr>
        <p:spPr>
          <a:xfrm>
            <a:off x="8480880" y="3399120"/>
            <a:ext cx="6492240" cy="0"/>
          </a:xfrm>
          <a:prstGeom prst="line">
            <a:avLst/>
          </a:prstGeom>
          <a:ln w="0">
            <a:solidFill>
              <a:srgbClr val="7ec6db"/>
            </a:solidFill>
            <a:headEnd len="lg" type="diamond" w="lg"/>
            <a:tailEnd len="lg" type="diamond" w="lg"/>
          </a:ln>
        </p:spPr>
        <p:style>
          <a:lnRef idx="0"/>
          <a:fillRef idx="0"/>
          <a:effectRef idx="0"/>
          <a:fontRef idx="minor"/>
        </p:style>
      </p:sp>
      <p:sp>
        <p:nvSpPr>
          <p:cNvPr id="140" name="CustomShape 2"/>
          <p:cNvSpPr/>
          <p:nvPr/>
        </p:nvSpPr>
        <p:spPr>
          <a:xfrm>
            <a:off x="8595360" y="1011600"/>
            <a:ext cx="8115120" cy="1778400"/>
          </a:xfrm>
          <a:prstGeom prst="rect">
            <a:avLst/>
          </a:prstGeom>
          <a:noFill/>
          <a:ln w="0">
            <a:noFill/>
          </a:ln>
        </p:spPr>
        <p:style>
          <a:lnRef idx="0"/>
          <a:fillRef idx="0"/>
          <a:effectRef idx="0"/>
          <a:fontRef idx="minor"/>
        </p:style>
        <p:txBody>
          <a:bodyPr lIns="0" rIns="0" tIns="0" bIns="0">
            <a:spAutoFit/>
          </a:bodyPr>
          <a:p>
            <a:pPr>
              <a:lnSpc>
                <a:spcPts val="14000"/>
              </a:lnSpc>
            </a:pPr>
            <a:r>
              <a:rPr b="0" lang="en-US" sz="10000" spc="-1" strike="noStrike">
                <a:solidFill>
                  <a:srgbClr val="f1f1f1"/>
                </a:solidFill>
                <a:latin typeface="Do Hyeon"/>
                <a:ea typeface="Do Hyeon"/>
              </a:rPr>
              <a:t>Introduction</a:t>
            </a:r>
            <a:endParaRPr b="0" lang="de-DE" sz="10000" spc="-1" strike="noStrike">
              <a:latin typeface="Arial"/>
            </a:endParaRPr>
          </a:p>
        </p:txBody>
      </p:sp>
      <p:sp>
        <p:nvSpPr>
          <p:cNvPr id="141" name="CustomShape 3"/>
          <p:cNvSpPr/>
          <p:nvPr/>
        </p:nvSpPr>
        <p:spPr>
          <a:xfrm>
            <a:off x="8595360" y="4077360"/>
            <a:ext cx="7748640" cy="4920840"/>
          </a:xfrm>
          <a:prstGeom prst="rect">
            <a:avLst/>
          </a:prstGeom>
          <a:noFill/>
          <a:ln w="0">
            <a:noFill/>
          </a:ln>
        </p:spPr>
        <p:style>
          <a:lnRef idx="0"/>
          <a:fillRef idx="0"/>
          <a:effectRef idx="0"/>
          <a:fontRef idx="minor"/>
        </p:style>
        <p:txBody>
          <a:bodyPr lIns="0" rIns="0" tIns="0" bIns="0">
            <a:spAutoFit/>
          </a:bodyPr>
          <a:p>
            <a:pPr>
              <a:lnSpc>
                <a:spcPts val="5250"/>
              </a:lnSpc>
              <a:spcBef>
                <a:spcPts val="425"/>
              </a:spcBef>
            </a:pPr>
            <a:r>
              <a:rPr b="0" lang="en-US" sz="3500" spc="-1" strike="noStrike">
                <a:solidFill>
                  <a:srgbClr val="f1f1f1"/>
                </a:solidFill>
                <a:latin typeface="Rosario Bold Italics"/>
                <a:ea typeface="Rosario Bold Italics"/>
              </a:rPr>
              <a:t>Phubbing </a:t>
            </a:r>
            <a:r>
              <a:rPr b="0" lang="en-US" sz="3500" spc="-1" strike="noStrike">
                <a:solidFill>
                  <a:srgbClr val="f1f1f1"/>
                </a:solidFill>
                <a:latin typeface="Rosario Italics"/>
                <a:ea typeface="Rosario Italics"/>
              </a:rPr>
              <a:t>(v)    </a:t>
            </a:r>
            <a:r>
              <a:rPr b="1" lang="en-US" sz="3500" spc="-1" strike="noStrike">
                <a:solidFill>
                  <a:srgbClr val="f1f1f1"/>
                </a:solidFill>
                <a:latin typeface="Rosario"/>
                <a:ea typeface="Rosario"/>
              </a:rPr>
              <a:t>The act of snubbing someone in a social setting by looking at your phone instead of paying attention.</a:t>
            </a:r>
            <a:endParaRPr b="0" lang="de-DE" sz="3500" spc="-1" strike="noStrike">
              <a:latin typeface="Rosario"/>
            </a:endParaRPr>
          </a:p>
          <a:p>
            <a:pPr>
              <a:lnSpc>
                <a:spcPts val="3600"/>
              </a:lnSpc>
              <a:spcBef>
                <a:spcPts val="425"/>
              </a:spcBef>
            </a:pPr>
            <a:r>
              <a:rPr b="0" lang="en-US" sz="2400" spc="-1" strike="noStrike">
                <a:solidFill>
                  <a:srgbClr val="7ec6db"/>
                </a:solidFill>
                <a:latin typeface="Rosario"/>
                <a:ea typeface="Rosario"/>
              </a:rPr>
              <a:t>[McCann, 2013]</a:t>
            </a:r>
            <a:endParaRPr b="0" lang="de-DE" sz="2400" spc="-1" strike="noStrike">
              <a:latin typeface="Rosario"/>
            </a:endParaRPr>
          </a:p>
          <a:p>
            <a:pPr>
              <a:lnSpc>
                <a:spcPts val="3600"/>
              </a:lnSpc>
              <a:spcBef>
                <a:spcPts val="425"/>
              </a:spcBef>
            </a:pPr>
            <a:endParaRPr b="0" lang="de-DE" sz="2400" spc="-1" strike="noStrike">
              <a:latin typeface="Rosario"/>
            </a:endParaRPr>
          </a:p>
          <a:p>
            <a:pPr>
              <a:lnSpc>
                <a:spcPts val="5250"/>
              </a:lnSpc>
              <a:spcBef>
                <a:spcPts val="425"/>
              </a:spcBef>
            </a:pPr>
            <a:r>
              <a:rPr b="1" lang="en-US" sz="3500" spc="-1" strike="noStrike">
                <a:solidFill>
                  <a:srgbClr val="f1f1f1"/>
                </a:solidFill>
                <a:latin typeface="Rosario"/>
                <a:ea typeface="Rosario"/>
              </a:rPr>
              <a:t>→ </a:t>
            </a:r>
            <a:r>
              <a:rPr b="1" lang="en-US" sz="3500" spc="-1" strike="noStrike">
                <a:solidFill>
                  <a:srgbClr val="f1f1f1"/>
                </a:solidFill>
                <a:latin typeface="Rosario"/>
                <a:ea typeface="Rosario"/>
              </a:rPr>
              <a:t>Phubbing in 62 out of 100 observed 10-minute face-to-face conversations</a:t>
            </a:r>
            <a:endParaRPr b="0" lang="de-DE" sz="3500" spc="-1" strike="noStrike">
              <a:latin typeface="Rosario"/>
            </a:endParaRPr>
          </a:p>
          <a:p>
            <a:pPr>
              <a:lnSpc>
                <a:spcPts val="3600"/>
              </a:lnSpc>
              <a:spcBef>
                <a:spcPts val="425"/>
              </a:spcBef>
            </a:pPr>
            <a:r>
              <a:rPr b="0" lang="en-US" sz="2400" spc="-1" strike="noStrike">
                <a:solidFill>
                  <a:srgbClr val="7ec6db"/>
                </a:solidFill>
                <a:latin typeface="Rosario"/>
                <a:ea typeface="Rosario"/>
              </a:rPr>
              <a:t>[Vanden Abeele et al., 2019]</a:t>
            </a:r>
            <a:endParaRPr b="0" lang="de-DE" sz="2400" spc="-1" strike="noStrike">
              <a:latin typeface="Rosario"/>
            </a:endParaRPr>
          </a:p>
        </p:txBody>
      </p:sp>
      <p:sp>
        <p:nvSpPr>
          <p:cNvPr id="142" name="CustomShape 4"/>
          <p:cNvSpPr/>
          <p:nvPr/>
        </p:nvSpPr>
        <p:spPr>
          <a:xfrm>
            <a:off x="11340000" y="4028040"/>
            <a:ext cx="254160" cy="471960"/>
          </a:xfrm>
          <a:prstGeom prst="rect">
            <a:avLst/>
          </a:prstGeom>
          <a:noFill/>
          <a:ln w="0">
            <a:noFill/>
          </a:ln>
        </p:spPr>
        <p:style>
          <a:lnRef idx="0"/>
          <a:fillRef idx="0"/>
          <a:effectRef idx="0"/>
          <a:fontRef idx="minor"/>
        </p:style>
        <p:txBody>
          <a:bodyPr lIns="0" rIns="0" tIns="0" bIns="0">
            <a:spAutoFit/>
          </a:bodyPr>
          <a:p>
            <a:pPr>
              <a:lnSpc>
                <a:spcPts val="3719"/>
              </a:lnSpc>
            </a:pPr>
            <a:r>
              <a:rPr b="0" lang="en-US" sz="3100" spc="-1" strike="noStrike">
                <a:solidFill>
                  <a:srgbClr val="f1f1f1"/>
                </a:solidFill>
                <a:latin typeface="Rosario"/>
                <a:ea typeface="Rosario"/>
              </a:rPr>
              <a:t>1</a:t>
            </a:r>
            <a:endParaRPr b="0" lang="de-DE" sz="3100" spc="-1" strike="noStrike">
              <a:latin typeface="Arial"/>
            </a:endParaRPr>
          </a:p>
        </p:txBody>
      </p:sp>
      <p:pic>
        <p:nvPicPr>
          <p:cNvPr id="143" name="" descr=""/>
          <p:cNvPicPr/>
          <p:nvPr/>
        </p:nvPicPr>
        <p:blipFill>
          <a:blip r:embed="rId1"/>
          <a:stretch/>
        </p:blipFill>
        <p:spPr>
          <a:xfrm>
            <a:off x="1080000" y="2341080"/>
            <a:ext cx="5834160" cy="577692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1f1f1"/>
        </a:solidFill>
      </p:bgPr>
    </p:bg>
    <p:spTree>
      <p:nvGrpSpPr>
        <p:cNvPr id="1" name=""/>
        <p:cNvGrpSpPr/>
        <p:nvPr/>
      </p:nvGrpSpPr>
      <p:grpSpPr>
        <a:xfrm>
          <a:off x="0" y="0"/>
          <a:ext cx="0" cy="0"/>
          <a:chOff x="0" y="0"/>
          <a:chExt cx="0" cy="0"/>
        </a:xfrm>
      </p:grpSpPr>
      <p:grpSp>
        <p:nvGrpSpPr>
          <p:cNvPr id="144" name="Group 1"/>
          <p:cNvGrpSpPr/>
          <p:nvPr/>
        </p:nvGrpSpPr>
        <p:grpSpPr>
          <a:xfrm>
            <a:off x="1028880" y="-439560"/>
            <a:ext cx="4551840" cy="11024280"/>
            <a:chOff x="1028880" y="-439560"/>
            <a:chExt cx="4551840" cy="11024280"/>
          </a:xfrm>
        </p:grpSpPr>
        <p:sp>
          <p:nvSpPr>
            <p:cNvPr id="145" name="CustomShape 2"/>
            <p:cNvSpPr/>
            <p:nvPr/>
          </p:nvSpPr>
          <p:spPr>
            <a:xfrm>
              <a:off x="1028880" y="-294840"/>
              <a:ext cx="4551840" cy="10879560"/>
            </a:xfrm>
            <a:custGeom>
              <a:avLst/>
              <a:gdLst/>
              <a:ahLst/>
              <a:rect l="l" t="t" r="r" b="b"/>
              <a:pathLst>
                <a:path w="1198892" h="2865496">
                  <a:moveTo>
                    <a:pt x="85038" y="0"/>
                  </a:moveTo>
                  <a:lnTo>
                    <a:pt x="1113855" y="0"/>
                  </a:lnTo>
                  <a:cubicBezTo>
                    <a:pt x="1136408" y="0"/>
                    <a:pt x="1158038" y="8959"/>
                    <a:pt x="1173985" y="24907"/>
                  </a:cubicBezTo>
                  <a:cubicBezTo>
                    <a:pt x="1189933" y="40855"/>
                    <a:pt x="1198892" y="62484"/>
                    <a:pt x="1198892" y="85038"/>
                  </a:cubicBezTo>
                  <a:lnTo>
                    <a:pt x="1198892" y="2780458"/>
                  </a:lnTo>
                  <a:cubicBezTo>
                    <a:pt x="1198892" y="2803011"/>
                    <a:pt x="1189933" y="2824641"/>
                    <a:pt x="1173985" y="2840589"/>
                  </a:cubicBezTo>
                  <a:cubicBezTo>
                    <a:pt x="1158038" y="2856536"/>
                    <a:pt x="1136408" y="2865496"/>
                    <a:pt x="1113855" y="2865496"/>
                  </a:cubicBezTo>
                  <a:lnTo>
                    <a:pt x="85038" y="2865496"/>
                  </a:lnTo>
                  <a:cubicBezTo>
                    <a:pt x="62484" y="2865496"/>
                    <a:pt x="40855" y="2856536"/>
                    <a:pt x="24907" y="2840589"/>
                  </a:cubicBezTo>
                  <a:cubicBezTo>
                    <a:pt x="8959" y="2824641"/>
                    <a:pt x="0" y="2803011"/>
                    <a:pt x="0" y="2780458"/>
                  </a:cubicBezTo>
                  <a:lnTo>
                    <a:pt x="0" y="85038"/>
                  </a:lnTo>
                  <a:cubicBezTo>
                    <a:pt x="0" y="62484"/>
                    <a:pt x="8959" y="40855"/>
                    <a:pt x="24907" y="24907"/>
                  </a:cubicBezTo>
                  <a:cubicBezTo>
                    <a:pt x="40855" y="8959"/>
                    <a:pt x="62484" y="0"/>
                    <a:pt x="85038" y="0"/>
                  </a:cubicBezTo>
                  <a:close/>
                </a:path>
              </a:pathLst>
            </a:custGeom>
            <a:solidFill>
              <a:srgbClr val="146a82"/>
            </a:solidFill>
            <a:ln w="0">
              <a:noFill/>
            </a:ln>
          </p:spPr>
          <p:style>
            <a:lnRef idx="0"/>
            <a:fillRef idx="0"/>
            <a:effectRef idx="0"/>
            <a:fontRef idx="minor"/>
          </p:style>
        </p:sp>
        <p:sp>
          <p:nvSpPr>
            <p:cNvPr id="146" name="CustomShape 3"/>
            <p:cNvSpPr/>
            <p:nvPr/>
          </p:nvSpPr>
          <p:spPr>
            <a:xfrm>
              <a:off x="1028880" y="-439560"/>
              <a:ext cx="4551840" cy="11024280"/>
            </a:xfrm>
            <a:prstGeom prst="rect">
              <a:avLst/>
            </a:prstGeom>
            <a:noFill/>
            <a:ln w="0">
              <a:noFill/>
            </a:ln>
          </p:spPr>
          <p:style>
            <a:lnRef idx="0"/>
            <a:fillRef idx="0"/>
            <a:effectRef idx="0"/>
            <a:fontRef idx="minor"/>
          </p:style>
        </p:sp>
      </p:grpSp>
      <p:sp>
        <p:nvSpPr>
          <p:cNvPr id="147" name="CustomShape 4"/>
          <p:cNvSpPr/>
          <p:nvPr/>
        </p:nvSpPr>
        <p:spPr>
          <a:xfrm rot="16200000">
            <a:off x="-982800" y="4510080"/>
            <a:ext cx="8229240" cy="1270080"/>
          </a:xfrm>
          <a:prstGeom prst="rect">
            <a:avLst/>
          </a:prstGeom>
          <a:noFill/>
          <a:ln w="0">
            <a:noFill/>
          </a:ln>
        </p:spPr>
        <p:style>
          <a:lnRef idx="0"/>
          <a:fillRef idx="0"/>
          <a:effectRef idx="0"/>
          <a:fontRef idx="minor"/>
        </p:style>
        <p:txBody>
          <a:bodyPr lIns="0" rIns="0" tIns="0" bIns="0">
            <a:spAutoFit/>
          </a:bodyPr>
          <a:p>
            <a:pPr algn="ctr">
              <a:lnSpc>
                <a:spcPts val="9998"/>
              </a:lnSpc>
            </a:pPr>
            <a:r>
              <a:rPr b="0" lang="en-US" sz="10000" spc="-1" strike="noStrike">
                <a:solidFill>
                  <a:srgbClr val="ffffff"/>
                </a:solidFill>
                <a:latin typeface="Do Hyeon"/>
                <a:ea typeface="Do Hyeon"/>
              </a:rPr>
              <a:t>Introduction</a:t>
            </a:r>
            <a:endParaRPr b="0" lang="de-DE" sz="10000" spc="-1" strike="noStrike">
              <a:latin typeface="Arial"/>
            </a:endParaRPr>
          </a:p>
        </p:txBody>
      </p:sp>
      <p:sp>
        <p:nvSpPr>
          <p:cNvPr id="148" name="CustomShape 5"/>
          <p:cNvSpPr/>
          <p:nvPr/>
        </p:nvSpPr>
        <p:spPr>
          <a:xfrm>
            <a:off x="6781680" y="746280"/>
            <a:ext cx="10477080" cy="3345840"/>
          </a:xfrm>
          <a:prstGeom prst="rect">
            <a:avLst/>
          </a:prstGeom>
          <a:noFill/>
          <a:ln w="0">
            <a:noFill/>
          </a:ln>
        </p:spPr>
        <p:style>
          <a:lnRef idx="0"/>
          <a:fillRef idx="0"/>
          <a:effectRef idx="0"/>
          <a:fontRef idx="minor"/>
        </p:style>
        <p:txBody>
          <a:bodyPr lIns="0" rIns="0" tIns="0" bIns="0">
            <a:spAutoFit/>
          </a:bodyPr>
          <a:p>
            <a:pPr>
              <a:lnSpc>
                <a:spcPts val="5400"/>
              </a:lnSpc>
              <a:spcBef>
                <a:spcPts val="425"/>
              </a:spcBef>
              <a:spcAft>
                <a:spcPts val="425"/>
              </a:spcAft>
            </a:pPr>
            <a:r>
              <a:rPr b="0" lang="en-US" sz="3600" spc="-1" strike="noStrike">
                <a:solidFill>
                  <a:srgbClr val="146a82"/>
                </a:solidFill>
                <a:latin typeface="Rosario Bold"/>
                <a:ea typeface="Rosario Bold"/>
              </a:rPr>
              <a:t>Negative Effects of Phubbing</a:t>
            </a:r>
            <a:endParaRPr b="0" lang="de-DE" sz="3600" spc="-1" strike="noStrike">
              <a:latin typeface="Arial"/>
            </a:endParaRPr>
          </a:p>
          <a:p>
            <a:pPr>
              <a:lnSpc>
                <a:spcPts val="4649"/>
              </a:lnSpc>
              <a:spcBef>
                <a:spcPts val="425"/>
              </a:spcBef>
              <a:spcAft>
                <a:spcPts val="425"/>
              </a:spcAft>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Perceived as Disrespect and Desinterest</a:t>
            </a:r>
            <a:endParaRPr b="0" lang="de-DE" sz="3100" spc="-1" strike="noStrike">
              <a:latin typeface="Arial"/>
            </a:endParaRPr>
          </a:p>
          <a:p>
            <a:pPr>
              <a:lnSpc>
                <a:spcPts val="4649"/>
              </a:lnSpc>
              <a:spcBef>
                <a:spcPts val="425"/>
              </a:spcBef>
              <a:spcAft>
                <a:spcPts val="425"/>
              </a:spcAft>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Feeling of Social Exclusion and Abadonment </a:t>
            </a:r>
            <a:r>
              <a:rPr b="0" lang="en-US" sz="2400" spc="-1" strike="noStrike">
                <a:solidFill>
                  <a:srgbClr val="146a82"/>
                </a:solidFill>
                <a:latin typeface="Rosario Bold"/>
                <a:ea typeface="Rosario Bold"/>
              </a:rPr>
              <a:t>[Klein, 2014]</a:t>
            </a:r>
            <a:endParaRPr b="0" lang="de-DE" sz="2400" spc="-1" strike="noStrike">
              <a:latin typeface="Arial"/>
            </a:endParaRPr>
          </a:p>
          <a:p>
            <a:pPr>
              <a:lnSpc>
                <a:spcPts val="4649"/>
              </a:lnSpc>
              <a:spcBef>
                <a:spcPts val="425"/>
              </a:spcBef>
              <a:spcAft>
                <a:spcPts val="425"/>
              </a:spcAft>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Reduction in the Relationship Quality</a:t>
            </a:r>
            <a:endParaRPr b="0" lang="de-DE" sz="3100" spc="-1" strike="noStrike">
              <a:latin typeface="Arial"/>
            </a:endParaRPr>
          </a:p>
          <a:p>
            <a:pPr>
              <a:lnSpc>
                <a:spcPts val="3600"/>
              </a:lnSpc>
              <a:spcBef>
                <a:spcPts val="425"/>
              </a:spcBef>
              <a:spcAft>
                <a:spcPts val="425"/>
              </a:spcAft>
            </a:pPr>
            <a:r>
              <a:rPr b="0" lang="en-US" sz="2400" spc="-1" strike="noStrike">
                <a:solidFill>
                  <a:srgbClr val="146a82"/>
                </a:solidFill>
                <a:latin typeface="Rosario Bold"/>
                <a:ea typeface="Rosario Bold"/>
              </a:rPr>
              <a:t>([Pancani et al., 2020], [Lutz &amp; Knop, 2020], [David &amp; Roberts, 2021])</a:t>
            </a:r>
            <a:endParaRPr b="0" lang="de-DE" sz="2400" spc="-1" strike="noStrike">
              <a:latin typeface="Arial"/>
            </a:endParaRPr>
          </a:p>
        </p:txBody>
      </p:sp>
      <p:sp>
        <p:nvSpPr>
          <p:cNvPr id="149" name="CustomShape 6"/>
          <p:cNvSpPr/>
          <p:nvPr/>
        </p:nvSpPr>
        <p:spPr>
          <a:xfrm>
            <a:off x="6781680" y="4582080"/>
            <a:ext cx="10477080" cy="1841040"/>
          </a:xfrm>
          <a:prstGeom prst="rect">
            <a:avLst/>
          </a:prstGeom>
          <a:noFill/>
          <a:ln w="0">
            <a:noFill/>
          </a:ln>
        </p:spPr>
        <p:style>
          <a:lnRef idx="0"/>
          <a:fillRef idx="0"/>
          <a:effectRef idx="0"/>
          <a:fontRef idx="minor"/>
        </p:style>
        <p:txBody>
          <a:bodyPr lIns="0" rIns="0" tIns="0" bIns="0">
            <a:spAutoFit/>
          </a:bodyPr>
          <a:p>
            <a:pPr>
              <a:lnSpc>
                <a:spcPts val="5400"/>
              </a:lnSpc>
              <a:spcBef>
                <a:spcPts val="425"/>
              </a:spcBef>
            </a:pPr>
            <a:r>
              <a:rPr b="0" lang="en-US" sz="3600" spc="-1" strike="noStrike">
                <a:solidFill>
                  <a:srgbClr val="146a82"/>
                </a:solidFill>
                <a:latin typeface="Rosario Bold"/>
                <a:ea typeface="Rosario Bold"/>
              </a:rPr>
              <a:t>Phubbing is an unconscious Behavior (mostly)</a:t>
            </a:r>
            <a:endParaRPr b="0" lang="de-DE" sz="3600" spc="-1" strike="noStrike">
              <a:latin typeface="Arial"/>
            </a:endParaRPr>
          </a:p>
          <a:p>
            <a:pPr>
              <a:lnSpc>
                <a:spcPts val="4649"/>
              </a:lnSpc>
              <a:spcBef>
                <a:spcPts val="425"/>
              </a:spcBef>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Even in Opposition to own Expectations</a:t>
            </a:r>
            <a:endParaRPr b="0" lang="de-DE" sz="3100" spc="-1" strike="noStrike">
              <a:latin typeface="Arial"/>
            </a:endParaRPr>
          </a:p>
          <a:p>
            <a:pPr>
              <a:lnSpc>
                <a:spcPts val="3600"/>
              </a:lnSpc>
              <a:spcBef>
                <a:spcPts val="425"/>
              </a:spcBef>
            </a:pPr>
            <a:r>
              <a:rPr b="0" lang="en-US" sz="2400" spc="-1" strike="noStrike">
                <a:solidFill>
                  <a:srgbClr val="146a82"/>
                </a:solidFill>
                <a:latin typeface="Rosario Bold"/>
                <a:ea typeface="Rosario Bold"/>
              </a:rPr>
              <a:t>[Aagaard, 2020]</a:t>
            </a:r>
            <a:endParaRPr b="0" lang="de-DE" sz="2400" spc="-1" strike="noStrike">
              <a:latin typeface="Arial"/>
            </a:endParaRPr>
          </a:p>
        </p:txBody>
      </p:sp>
      <p:grpSp>
        <p:nvGrpSpPr>
          <p:cNvPr id="150" name="Group 7"/>
          <p:cNvGrpSpPr/>
          <p:nvPr/>
        </p:nvGrpSpPr>
        <p:grpSpPr>
          <a:xfrm>
            <a:off x="4788720" y="1687680"/>
            <a:ext cx="1583640" cy="1583640"/>
            <a:chOff x="4788720" y="1687680"/>
            <a:chExt cx="1583640" cy="1583640"/>
          </a:xfrm>
        </p:grpSpPr>
        <p:grpSp>
          <p:nvGrpSpPr>
            <p:cNvPr id="151" name="Group 8"/>
            <p:cNvGrpSpPr/>
            <p:nvPr/>
          </p:nvGrpSpPr>
          <p:grpSpPr>
            <a:xfrm>
              <a:off x="4788720" y="1687680"/>
              <a:ext cx="1583640" cy="1583640"/>
              <a:chOff x="4788720" y="1687680"/>
              <a:chExt cx="1583640" cy="1583640"/>
            </a:xfrm>
          </p:grpSpPr>
          <p:sp>
            <p:nvSpPr>
              <p:cNvPr id="152" name="CustomShape 9"/>
              <p:cNvSpPr/>
              <p:nvPr/>
            </p:nvSpPr>
            <p:spPr>
              <a:xfrm>
                <a:off x="4788720" y="168768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153" name="CustomShape 10"/>
              <p:cNvSpPr/>
              <p:nvPr/>
            </p:nvSpPr>
            <p:spPr>
              <a:xfrm>
                <a:off x="4937040" y="1743480"/>
                <a:ext cx="1286640" cy="1379520"/>
              </a:xfrm>
              <a:prstGeom prst="rect">
                <a:avLst/>
              </a:prstGeom>
              <a:noFill/>
              <a:ln w="0">
                <a:noFill/>
              </a:ln>
            </p:spPr>
            <p:style>
              <a:lnRef idx="0"/>
              <a:fillRef idx="0"/>
              <a:effectRef idx="0"/>
              <a:fontRef idx="minor"/>
            </p:style>
          </p:sp>
        </p:grpSp>
        <p:sp>
          <p:nvSpPr>
            <p:cNvPr id="154" name="CustomShape 11"/>
            <p:cNvSpPr/>
            <p:nvPr/>
          </p:nvSpPr>
          <p:spPr>
            <a:xfrm>
              <a:off x="5298480" y="19479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01</a:t>
              </a:r>
              <a:endParaRPr b="0" lang="de-DE" sz="5000" spc="-1" strike="noStrike">
                <a:latin typeface="Arial"/>
              </a:endParaRPr>
            </a:p>
          </p:txBody>
        </p:sp>
      </p:grpSp>
      <p:grpSp>
        <p:nvGrpSpPr>
          <p:cNvPr id="155" name="Group 12"/>
          <p:cNvGrpSpPr/>
          <p:nvPr/>
        </p:nvGrpSpPr>
        <p:grpSpPr>
          <a:xfrm>
            <a:off x="4788720" y="4690440"/>
            <a:ext cx="1583640" cy="1583640"/>
            <a:chOff x="4788720" y="4690440"/>
            <a:chExt cx="1583640" cy="1583640"/>
          </a:xfrm>
        </p:grpSpPr>
        <p:grpSp>
          <p:nvGrpSpPr>
            <p:cNvPr id="156" name="Group 13"/>
            <p:cNvGrpSpPr/>
            <p:nvPr/>
          </p:nvGrpSpPr>
          <p:grpSpPr>
            <a:xfrm>
              <a:off x="4788720" y="4690440"/>
              <a:ext cx="1583640" cy="1583640"/>
              <a:chOff x="4788720" y="4690440"/>
              <a:chExt cx="1583640" cy="1583640"/>
            </a:xfrm>
          </p:grpSpPr>
          <p:sp>
            <p:nvSpPr>
              <p:cNvPr id="157" name="CustomShape 14"/>
              <p:cNvSpPr/>
              <p:nvPr/>
            </p:nvSpPr>
            <p:spPr>
              <a:xfrm>
                <a:off x="4788720" y="469044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158" name="CustomShape 15"/>
              <p:cNvSpPr/>
              <p:nvPr/>
            </p:nvSpPr>
            <p:spPr>
              <a:xfrm>
                <a:off x="4937040" y="4745880"/>
                <a:ext cx="1286640" cy="1379520"/>
              </a:xfrm>
              <a:prstGeom prst="rect">
                <a:avLst/>
              </a:prstGeom>
              <a:noFill/>
              <a:ln w="0">
                <a:noFill/>
              </a:ln>
            </p:spPr>
            <p:style>
              <a:lnRef idx="0"/>
              <a:fillRef idx="0"/>
              <a:effectRef idx="0"/>
              <a:fontRef idx="minor"/>
            </p:style>
          </p:sp>
        </p:grpSp>
        <p:sp>
          <p:nvSpPr>
            <p:cNvPr id="159" name="CustomShape 16"/>
            <p:cNvSpPr/>
            <p:nvPr/>
          </p:nvSpPr>
          <p:spPr>
            <a:xfrm>
              <a:off x="5270040" y="489348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02</a:t>
              </a:r>
              <a:endParaRPr b="0" lang="de-DE" sz="5000" spc="-1" strike="noStrike">
                <a:latin typeface="Arial"/>
              </a:endParaRPr>
            </a:p>
          </p:txBody>
        </p:sp>
      </p:grpSp>
      <p:sp>
        <p:nvSpPr>
          <p:cNvPr id="160" name="CustomShape 17"/>
          <p:cNvSpPr/>
          <p:nvPr/>
        </p:nvSpPr>
        <p:spPr>
          <a:xfrm>
            <a:off x="6781680" y="7269120"/>
            <a:ext cx="10477080" cy="685440"/>
          </a:xfrm>
          <a:prstGeom prst="rect">
            <a:avLst/>
          </a:prstGeom>
          <a:noFill/>
          <a:ln w="0">
            <a:noFill/>
          </a:ln>
        </p:spPr>
        <p:style>
          <a:lnRef idx="0"/>
          <a:fillRef idx="0"/>
          <a:effectRef idx="0"/>
          <a:fontRef idx="minor"/>
        </p:style>
        <p:txBody>
          <a:bodyPr lIns="0" rIns="0" tIns="0" bIns="0">
            <a:spAutoFit/>
          </a:bodyPr>
          <a:p>
            <a:pPr>
              <a:lnSpc>
                <a:spcPts val="5400"/>
              </a:lnSpc>
            </a:pPr>
            <a:r>
              <a:rPr b="0" lang="en-US" sz="3600" spc="-1" strike="noStrike">
                <a:solidFill>
                  <a:srgbClr val="146a82"/>
                </a:solidFill>
                <a:latin typeface="Rosario Bold"/>
                <a:ea typeface="Rosario Bold"/>
              </a:rPr>
              <a:t>No Methods to counteract Phubbing yet</a:t>
            </a:r>
            <a:endParaRPr b="0" lang="de-DE" sz="3600" spc="-1" strike="noStrike">
              <a:latin typeface="Arial"/>
            </a:endParaRPr>
          </a:p>
        </p:txBody>
      </p:sp>
      <p:grpSp>
        <p:nvGrpSpPr>
          <p:cNvPr id="161" name="Group 18"/>
          <p:cNvGrpSpPr/>
          <p:nvPr/>
        </p:nvGrpSpPr>
        <p:grpSpPr>
          <a:xfrm>
            <a:off x="4788720" y="6856200"/>
            <a:ext cx="1583640" cy="1583640"/>
            <a:chOff x="4788720" y="6856200"/>
            <a:chExt cx="1583640" cy="1583640"/>
          </a:xfrm>
        </p:grpSpPr>
        <p:sp>
          <p:nvSpPr>
            <p:cNvPr id="162" name="CustomShape 19"/>
            <p:cNvSpPr/>
            <p:nvPr/>
          </p:nvSpPr>
          <p:spPr>
            <a:xfrm>
              <a:off x="4788720" y="685620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163" name="CustomShape 20"/>
            <p:cNvSpPr/>
            <p:nvPr/>
          </p:nvSpPr>
          <p:spPr>
            <a:xfrm>
              <a:off x="4937040" y="6912000"/>
              <a:ext cx="1286640" cy="1379520"/>
            </a:xfrm>
            <a:prstGeom prst="rect">
              <a:avLst/>
            </a:prstGeom>
            <a:noFill/>
            <a:ln w="0">
              <a:noFill/>
            </a:ln>
          </p:spPr>
          <p:style>
            <a:lnRef idx="0"/>
            <a:fillRef idx="0"/>
            <a:effectRef idx="0"/>
            <a:fontRef idx="minor"/>
          </p:style>
        </p:sp>
      </p:grpSp>
      <p:sp>
        <p:nvSpPr>
          <p:cNvPr id="164" name="CustomShape 21"/>
          <p:cNvSpPr/>
          <p:nvPr/>
        </p:nvSpPr>
        <p:spPr>
          <a:xfrm>
            <a:off x="5270040" y="705924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03</a:t>
            </a:r>
            <a:endParaRPr b="0" lang="de-DE" sz="5000" spc="-1" strike="noStrike">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48"/>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15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149"/>
                                        </p:tgtEl>
                                        <p:attrNameLst>
                                          <p:attrName>style.visibility</p:attrName>
                                        </p:attrNameLst>
                                      </p:cBhvr>
                                      <p:to>
                                        <p:strVal val="visible"/>
                                      </p:to>
                                    </p:set>
                                  </p:childTnLst>
                                </p:cTn>
                              </p:par>
                              <p:par>
                                <p:cTn id="13" nodeType="withEffect" fill="hold" presetClass="entr" presetID="1">
                                  <p:stCondLst>
                                    <p:cond delay="0"/>
                                  </p:stCondLst>
                                  <p:childTnLst>
                                    <p:set>
                                      <p:cBhvr>
                                        <p:cTn id="14" dur="1" fill="hold">
                                          <p:stCondLst>
                                            <p:cond delay="0"/>
                                          </p:stCondLst>
                                        </p:cTn>
                                        <p:tgtEl>
                                          <p:spTgt spid="15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160"/>
                                        </p:tgtEl>
                                        <p:attrNameLst>
                                          <p:attrName>style.visibility</p:attrName>
                                        </p:attrNameLst>
                                      </p:cBhvr>
                                      <p:to>
                                        <p:strVal val="visible"/>
                                      </p:to>
                                    </p:set>
                                  </p:childTnLst>
                                </p:cTn>
                              </p:par>
                              <p:par>
                                <p:cTn id="19" nodeType="withEffect" fill="hold" presetClass="entr" presetID="1">
                                  <p:stCondLst>
                                    <p:cond delay="0"/>
                                  </p:stCondLst>
                                  <p:childTnLst>
                                    <p:set>
                                      <p:cBhvr>
                                        <p:cTn id="20" dur="1" fill="hold">
                                          <p:stCondLst>
                                            <p:cond delay="0"/>
                                          </p:stCondLst>
                                        </p:cTn>
                                        <p:tgtEl>
                                          <p:spTgt spid="161"/>
                                        </p:tgtEl>
                                        <p:attrNameLst>
                                          <p:attrName>style.visibility</p:attrName>
                                        </p:attrNameLst>
                                      </p:cBhvr>
                                      <p:to>
                                        <p:strVal val="visible"/>
                                      </p:to>
                                    </p:set>
                                  </p:childTnLst>
                                </p:cTn>
                              </p:par>
                              <p:par>
                                <p:cTn id="21" nodeType="withEffect" fill="hold" presetClass="entr" presetID="1">
                                  <p:stCondLst>
                                    <p:cond delay="0"/>
                                  </p:stCondLst>
                                  <p:childTnLst>
                                    <p:set>
                                      <p:cBhvr>
                                        <p:cTn id="22"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6a82"/>
        </a:solidFill>
      </p:bgPr>
    </p:bg>
    <p:spTree>
      <p:nvGrpSpPr>
        <p:cNvPr id="1" name=""/>
        <p:cNvGrpSpPr/>
        <p:nvPr/>
      </p:nvGrpSpPr>
      <p:grpSpPr>
        <a:xfrm>
          <a:off x="0" y="0"/>
          <a:ext cx="0" cy="0"/>
          <a:chOff x="0" y="0"/>
          <a:chExt cx="0" cy="0"/>
        </a:xfrm>
      </p:grpSpPr>
      <p:grpSp>
        <p:nvGrpSpPr>
          <p:cNvPr id="165" name="Group 1"/>
          <p:cNvGrpSpPr/>
          <p:nvPr/>
        </p:nvGrpSpPr>
        <p:grpSpPr>
          <a:xfrm>
            <a:off x="9000360" y="7920000"/>
            <a:ext cx="6299640" cy="6299640"/>
            <a:chOff x="9000360" y="7920000"/>
            <a:chExt cx="6299640" cy="6299640"/>
          </a:xfrm>
        </p:grpSpPr>
        <p:grpSp>
          <p:nvGrpSpPr>
            <p:cNvPr id="166" name="Group 2"/>
            <p:cNvGrpSpPr/>
            <p:nvPr/>
          </p:nvGrpSpPr>
          <p:grpSpPr>
            <a:xfrm>
              <a:off x="9421560" y="9344160"/>
              <a:ext cx="5457240" cy="3451320"/>
              <a:chOff x="9421560" y="9344160"/>
              <a:chExt cx="5457240" cy="3451320"/>
            </a:xfrm>
          </p:grpSpPr>
          <p:sp>
            <p:nvSpPr>
              <p:cNvPr id="167" name="CustomShape 3"/>
              <p:cNvSpPr/>
              <p:nvPr/>
            </p:nvSpPr>
            <p:spPr>
              <a:xfrm rot="5400000">
                <a:off x="10424520" y="8341200"/>
                <a:ext cx="3451320" cy="5457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168" name="CustomShape 4"/>
              <p:cNvSpPr/>
              <p:nvPr/>
            </p:nvSpPr>
            <p:spPr>
              <a:xfrm rot="5400000">
                <a:off x="10885320" y="8715600"/>
                <a:ext cx="2804040" cy="4708440"/>
              </a:xfrm>
              <a:prstGeom prst="rect">
                <a:avLst/>
              </a:prstGeom>
              <a:noFill/>
              <a:ln w="0">
                <a:noFill/>
              </a:ln>
            </p:spPr>
            <p:style>
              <a:lnRef idx="0"/>
              <a:fillRef idx="0"/>
              <a:effectRef idx="0"/>
              <a:fontRef idx="minor"/>
            </p:style>
          </p:sp>
        </p:grpSp>
        <p:grpSp>
          <p:nvGrpSpPr>
            <p:cNvPr id="169" name="Group 5"/>
            <p:cNvGrpSpPr/>
            <p:nvPr/>
          </p:nvGrpSpPr>
          <p:grpSpPr>
            <a:xfrm>
              <a:off x="10424160" y="8341200"/>
              <a:ext cx="3451320" cy="5457240"/>
              <a:chOff x="10424160" y="8341200"/>
              <a:chExt cx="3451320" cy="5457240"/>
            </a:xfrm>
          </p:grpSpPr>
          <p:sp>
            <p:nvSpPr>
              <p:cNvPr id="170" name="CustomShape 6"/>
              <p:cNvSpPr/>
              <p:nvPr/>
            </p:nvSpPr>
            <p:spPr>
              <a:xfrm>
                <a:off x="10424160" y="8341200"/>
                <a:ext cx="3451320" cy="5457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171" name="CustomShape 7"/>
              <p:cNvSpPr/>
              <p:nvPr/>
            </p:nvSpPr>
            <p:spPr>
              <a:xfrm>
                <a:off x="10747800" y="8578440"/>
                <a:ext cx="2804040" cy="4708440"/>
              </a:xfrm>
              <a:prstGeom prst="rect">
                <a:avLst/>
              </a:prstGeom>
              <a:noFill/>
              <a:ln w="0">
                <a:noFill/>
              </a:ln>
            </p:spPr>
            <p:style>
              <a:lnRef idx="0"/>
              <a:fillRef idx="0"/>
              <a:effectRef idx="0"/>
              <a:fontRef idx="minor"/>
            </p:style>
          </p:sp>
        </p:grpSp>
        <p:grpSp>
          <p:nvGrpSpPr>
            <p:cNvPr id="172" name="Group 8"/>
            <p:cNvGrpSpPr/>
            <p:nvPr/>
          </p:nvGrpSpPr>
          <p:grpSpPr>
            <a:xfrm>
              <a:off x="9000720" y="7920360"/>
              <a:ext cx="6299280" cy="6299280"/>
              <a:chOff x="9000720" y="7920360"/>
              <a:chExt cx="6299280" cy="6299280"/>
            </a:xfrm>
          </p:grpSpPr>
          <p:sp>
            <p:nvSpPr>
              <p:cNvPr id="173" name="CustomShape 9"/>
              <p:cNvSpPr/>
              <p:nvPr/>
            </p:nvSpPr>
            <p:spPr>
              <a:xfrm rot="8100000">
                <a:off x="10424520" y="8341200"/>
                <a:ext cx="3451320" cy="5457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174" name="CustomShape 10"/>
              <p:cNvSpPr/>
              <p:nvPr/>
            </p:nvSpPr>
            <p:spPr>
              <a:xfrm rot="8100000">
                <a:off x="10845000" y="8812800"/>
                <a:ext cx="2804040" cy="4708440"/>
              </a:xfrm>
              <a:prstGeom prst="rect">
                <a:avLst/>
              </a:prstGeom>
              <a:noFill/>
              <a:ln w="0">
                <a:noFill/>
              </a:ln>
            </p:spPr>
            <p:style>
              <a:lnRef idx="0"/>
              <a:fillRef idx="0"/>
              <a:effectRef idx="0"/>
              <a:fontRef idx="minor"/>
            </p:style>
          </p:sp>
        </p:grpSp>
        <p:grpSp>
          <p:nvGrpSpPr>
            <p:cNvPr id="175" name="Group 11"/>
            <p:cNvGrpSpPr/>
            <p:nvPr/>
          </p:nvGrpSpPr>
          <p:grpSpPr>
            <a:xfrm>
              <a:off x="9000360" y="7920000"/>
              <a:ext cx="6299280" cy="6299280"/>
              <a:chOff x="9000360" y="7920000"/>
              <a:chExt cx="6299280" cy="6299280"/>
            </a:xfrm>
          </p:grpSpPr>
          <p:sp>
            <p:nvSpPr>
              <p:cNvPr id="176" name="CustomShape 12"/>
              <p:cNvSpPr/>
              <p:nvPr/>
            </p:nvSpPr>
            <p:spPr>
              <a:xfrm rot="2700000">
                <a:off x="10424160" y="8340840"/>
                <a:ext cx="3451320" cy="5457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177" name="CustomShape 13"/>
              <p:cNvSpPr/>
              <p:nvPr/>
            </p:nvSpPr>
            <p:spPr>
              <a:xfrm rot="2700000">
                <a:off x="10845000" y="8618400"/>
                <a:ext cx="2804040" cy="4708440"/>
              </a:xfrm>
              <a:prstGeom prst="rect">
                <a:avLst/>
              </a:prstGeom>
              <a:noFill/>
              <a:ln w="0">
                <a:noFill/>
              </a:ln>
            </p:spPr>
            <p:style>
              <a:lnRef idx="0"/>
              <a:fillRef idx="0"/>
              <a:effectRef idx="0"/>
              <a:fontRef idx="minor"/>
            </p:style>
          </p:sp>
        </p:grpSp>
      </p:grpSp>
      <p:grpSp>
        <p:nvGrpSpPr>
          <p:cNvPr id="178" name="Group 14"/>
          <p:cNvGrpSpPr/>
          <p:nvPr/>
        </p:nvGrpSpPr>
        <p:grpSpPr>
          <a:xfrm>
            <a:off x="3600000" y="9360000"/>
            <a:ext cx="1932480" cy="1932120"/>
            <a:chOff x="3600000" y="9360000"/>
            <a:chExt cx="1932480" cy="1932120"/>
          </a:xfrm>
        </p:grpSpPr>
        <p:grpSp>
          <p:nvGrpSpPr>
            <p:cNvPr id="179" name="Group 15"/>
            <p:cNvGrpSpPr/>
            <p:nvPr/>
          </p:nvGrpSpPr>
          <p:grpSpPr>
            <a:xfrm>
              <a:off x="3729240" y="9797040"/>
              <a:ext cx="1674000" cy="1058400"/>
              <a:chOff x="3729240" y="9797040"/>
              <a:chExt cx="1674000" cy="1058400"/>
            </a:xfrm>
          </p:grpSpPr>
          <p:sp>
            <p:nvSpPr>
              <p:cNvPr id="180" name="CustomShape 16"/>
              <p:cNvSpPr/>
              <p:nvPr/>
            </p:nvSpPr>
            <p:spPr>
              <a:xfrm rot="5400000">
                <a:off x="4037040" y="9489240"/>
                <a:ext cx="1058400" cy="16740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181" name="CustomShape 17"/>
              <p:cNvSpPr/>
              <p:nvPr/>
            </p:nvSpPr>
            <p:spPr>
              <a:xfrm rot="5400000">
                <a:off x="4178160" y="9603720"/>
                <a:ext cx="860040" cy="1444320"/>
              </a:xfrm>
              <a:prstGeom prst="rect">
                <a:avLst/>
              </a:prstGeom>
              <a:noFill/>
              <a:ln w="0">
                <a:noFill/>
              </a:ln>
            </p:spPr>
            <p:style>
              <a:lnRef idx="0"/>
              <a:fillRef idx="0"/>
              <a:effectRef idx="0"/>
              <a:fontRef idx="minor"/>
            </p:style>
          </p:sp>
        </p:grpSp>
        <p:grpSp>
          <p:nvGrpSpPr>
            <p:cNvPr id="182" name="Group 18"/>
            <p:cNvGrpSpPr/>
            <p:nvPr/>
          </p:nvGrpSpPr>
          <p:grpSpPr>
            <a:xfrm>
              <a:off x="4036680" y="9489240"/>
              <a:ext cx="1058400" cy="1674000"/>
              <a:chOff x="4036680" y="9489240"/>
              <a:chExt cx="1058400" cy="1674000"/>
            </a:xfrm>
          </p:grpSpPr>
          <p:sp>
            <p:nvSpPr>
              <p:cNvPr id="183" name="CustomShape 19"/>
              <p:cNvSpPr/>
              <p:nvPr/>
            </p:nvSpPr>
            <p:spPr>
              <a:xfrm>
                <a:off x="4036680" y="9489240"/>
                <a:ext cx="1058400" cy="16740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184" name="CustomShape 20"/>
              <p:cNvSpPr/>
              <p:nvPr/>
            </p:nvSpPr>
            <p:spPr>
              <a:xfrm>
                <a:off x="4136040" y="9561960"/>
                <a:ext cx="860040" cy="1444320"/>
              </a:xfrm>
              <a:prstGeom prst="rect">
                <a:avLst/>
              </a:prstGeom>
              <a:noFill/>
              <a:ln w="0">
                <a:noFill/>
              </a:ln>
            </p:spPr>
            <p:style>
              <a:lnRef idx="0"/>
              <a:fillRef idx="0"/>
              <a:effectRef idx="0"/>
              <a:fontRef idx="minor"/>
            </p:style>
          </p:sp>
        </p:grpSp>
        <p:grpSp>
          <p:nvGrpSpPr>
            <p:cNvPr id="185" name="Group 21"/>
            <p:cNvGrpSpPr/>
            <p:nvPr/>
          </p:nvGrpSpPr>
          <p:grpSpPr>
            <a:xfrm>
              <a:off x="3600360" y="9360000"/>
              <a:ext cx="1932120" cy="1932120"/>
              <a:chOff x="3600360" y="9360000"/>
              <a:chExt cx="1932120" cy="1932120"/>
            </a:xfrm>
          </p:grpSpPr>
          <p:sp>
            <p:nvSpPr>
              <p:cNvPr id="186" name="CustomShape 22"/>
              <p:cNvSpPr/>
              <p:nvPr/>
            </p:nvSpPr>
            <p:spPr>
              <a:xfrm rot="8100000">
                <a:off x="4037040" y="9488880"/>
                <a:ext cx="1058400" cy="16740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187" name="CustomShape 23"/>
              <p:cNvSpPr/>
              <p:nvPr/>
            </p:nvSpPr>
            <p:spPr>
              <a:xfrm rot="8100000">
                <a:off x="4165920" y="9633960"/>
                <a:ext cx="860040" cy="1444320"/>
              </a:xfrm>
              <a:prstGeom prst="rect">
                <a:avLst/>
              </a:prstGeom>
              <a:noFill/>
              <a:ln w="0">
                <a:noFill/>
              </a:ln>
            </p:spPr>
            <p:style>
              <a:lnRef idx="0"/>
              <a:fillRef idx="0"/>
              <a:effectRef idx="0"/>
              <a:fontRef idx="minor"/>
            </p:style>
          </p:sp>
        </p:grpSp>
        <p:grpSp>
          <p:nvGrpSpPr>
            <p:cNvPr id="188" name="Group 24"/>
            <p:cNvGrpSpPr/>
            <p:nvPr/>
          </p:nvGrpSpPr>
          <p:grpSpPr>
            <a:xfrm>
              <a:off x="3600000" y="9360000"/>
              <a:ext cx="1932120" cy="1932120"/>
              <a:chOff x="3600000" y="9360000"/>
              <a:chExt cx="1932120" cy="1932120"/>
            </a:xfrm>
          </p:grpSpPr>
          <p:sp>
            <p:nvSpPr>
              <p:cNvPr id="189" name="CustomShape 25"/>
              <p:cNvSpPr/>
              <p:nvPr/>
            </p:nvSpPr>
            <p:spPr>
              <a:xfrm rot="2700000">
                <a:off x="4036680" y="9488880"/>
                <a:ext cx="1058400" cy="16740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190" name="CustomShape 26"/>
              <p:cNvSpPr/>
              <p:nvPr/>
            </p:nvSpPr>
            <p:spPr>
              <a:xfrm rot="2700000">
                <a:off x="4165560" y="9574200"/>
                <a:ext cx="860040" cy="1444320"/>
              </a:xfrm>
              <a:prstGeom prst="rect">
                <a:avLst/>
              </a:prstGeom>
              <a:noFill/>
              <a:ln w="0">
                <a:noFill/>
              </a:ln>
            </p:spPr>
            <p:style>
              <a:lnRef idx="0"/>
              <a:fillRef idx="0"/>
              <a:effectRef idx="0"/>
              <a:fontRef idx="minor"/>
            </p:style>
          </p:sp>
        </p:grpSp>
      </p:grpSp>
      <p:grpSp>
        <p:nvGrpSpPr>
          <p:cNvPr id="191" name="Group 27"/>
          <p:cNvGrpSpPr/>
          <p:nvPr/>
        </p:nvGrpSpPr>
        <p:grpSpPr>
          <a:xfrm>
            <a:off x="-91800" y="7380000"/>
            <a:ext cx="1351800" cy="1352160"/>
            <a:chOff x="-91800" y="7380000"/>
            <a:chExt cx="1351800" cy="1352160"/>
          </a:xfrm>
        </p:grpSpPr>
        <p:grpSp>
          <p:nvGrpSpPr>
            <p:cNvPr id="192" name="Group 28"/>
            <p:cNvGrpSpPr/>
            <p:nvPr/>
          </p:nvGrpSpPr>
          <p:grpSpPr>
            <a:xfrm>
              <a:off x="-1440" y="7685640"/>
              <a:ext cx="1171080" cy="740520"/>
              <a:chOff x="-1440" y="7685640"/>
              <a:chExt cx="1171080" cy="740520"/>
            </a:xfrm>
          </p:grpSpPr>
          <p:sp>
            <p:nvSpPr>
              <p:cNvPr id="193" name="CustomShape 29"/>
              <p:cNvSpPr/>
              <p:nvPr/>
            </p:nvSpPr>
            <p:spPr>
              <a:xfrm rot="5400000">
                <a:off x="213840" y="7470360"/>
                <a:ext cx="740520" cy="11710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94" name="CustomShape 30"/>
              <p:cNvSpPr/>
              <p:nvPr/>
            </p:nvSpPr>
            <p:spPr>
              <a:xfrm rot="5400000">
                <a:off x="312480" y="7550640"/>
                <a:ext cx="601560" cy="1010160"/>
              </a:xfrm>
              <a:prstGeom prst="rect">
                <a:avLst/>
              </a:prstGeom>
              <a:noFill/>
              <a:ln w="0">
                <a:noFill/>
              </a:ln>
            </p:spPr>
            <p:style>
              <a:lnRef idx="0"/>
              <a:fillRef idx="0"/>
              <a:effectRef idx="0"/>
              <a:fontRef idx="minor"/>
            </p:style>
          </p:sp>
        </p:grpSp>
        <p:grpSp>
          <p:nvGrpSpPr>
            <p:cNvPr id="195" name="Group 31"/>
            <p:cNvGrpSpPr/>
            <p:nvPr/>
          </p:nvGrpSpPr>
          <p:grpSpPr>
            <a:xfrm>
              <a:off x="213480" y="7470360"/>
              <a:ext cx="740520" cy="1171080"/>
              <a:chOff x="213480" y="7470360"/>
              <a:chExt cx="740520" cy="1171080"/>
            </a:xfrm>
          </p:grpSpPr>
          <p:sp>
            <p:nvSpPr>
              <p:cNvPr id="196" name="CustomShape 32"/>
              <p:cNvSpPr/>
              <p:nvPr/>
            </p:nvSpPr>
            <p:spPr>
              <a:xfrm>
                <a:off x="213480" y="7470360"/>
                <a:ext cx="740520" cy="11710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197" name="CustomShape 33"/>
              <p:cNvSpPr/>
              <p:nvPr/>
            </p:nvSpPr>
            <p:spPr>
              <a:xfrm>
                <a:off x="282960" y="7521480"/>
                <a:ext cx="601560" cy="1010160"/>
              </a:xfrm>
              <a:prstGeom prst="rect">
                <a:avLst/>
              </a:prstGeom>
              <a:noFill/>
              <a:ln w="0">
                <a:noFill/>
              </a:ln>
            </p:spPr>
            <p:style>
              <a:lnRef idx="0"/>
              <a:fillRef idx="0"/>
              <a:effectRef idx="0"/>
              <a:fontRef idx="minor"/>
            </p:style>
          </p:sp>
        </p:grpSp>
        <p:grpSp>
          <p:nvGrpSpPr>
            <p:cNvPr id="198" name="Group 34"/>
            <p:cNvGrpSpPr/>
            <p:nvPr/>
          </p:nvGrpSpPr>
          <p:grpSpPr>
            <a:xfrm>
              <a:off x="-91800" y="7380360"/>
              <a:ext cx="1351800" cy="1351800"/>
              <a:chOff x="-91800" y="7380360"/>
              <a:chExt cx="1351800" cy="1351800"/>
            </a:xfrm>
          </p:grpSpPr>
          <p:sp>
            <p:nvSpPr>
              <p:cNvPr id="199" name="CustomShape 35"/>
              <p:cNvSpPr/>
              <p:nvPr/>
            </p:nvSpPr>
            <p:spPr>
              <a:xfrm rot="8100000">
                <a:off x="213840" y="7470360"/>
                <a:ext cx="740520" cy="11710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200" name="CustomShape 36"/>
              <p:cNvSpPr/>
              <p:nvPr/>
            </p:nvSpPr>
            <p:spPr>
              <a:xfrm rot="8100000">
                <a:off x="303840" y="7571520"/>
                <a:ext cx="601560" cy="1010160"/>
              </a:xfrm>
              <a:prstGeom prst="rect">
                <a:avLst/>
              </a:prstGeom>
              <a:noFill/>
              <a:ln w="0">
                <a:noFill/>
              </a:ln>
            </p:spPr>
            <p:style>
              <a:lnRef idx="0"/>
              <a:fillRef idx="0"/>
              <a:effectRef idx="0"/>
              <a:fontRef idx="minor"/>
            </p:style>
          </p:sp>
        </p:grpSp>
        <p:grpSp>
          <p:nvGrpSpPr>
            <p:cNvPr id="201" name="Group 37"/>
            <p:cNvGrpSpPr/>
            <p:nvPr/>
          </p:nvGrpSpPr>
          <p:grpSpPr>
            <a:xfrm>
              <a:off x="-91800" y="7380000"/>
              <a:ext cx="1351800" cy="1351800"/>
              <a:chOff x="-91800" y="7380000"/>
              <a:chExt cx="1351800" cy="1351800"/>
            </a:xfrm>
          </p:grpSpPr>
          <p:sp>
            <p:nvSpPr>
              <p:cNvPr id="202" name="CustomShape 38"/>
              <p:cNvSpPr/>
              <p:nvPr/>
            </p:nvSpPr>
            <p:spPr>
              <a:xfrm rot="2700000">
                <a:off x="213480" y="7470000"/>
                <a:ext cx="740520" cy="11710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203" name="CustomShape 39"/>
              <p:cNvSpPr/>
              <p:nvPr/>
            </p:nvSpPr>
            <p:spPr>
              <a:xfrm rot="2700000">
                <a:off x="303840" y="7529760"/>
                <a:ext cx="601560" cy="1010160"/>
              </a:xfrm>
              <a:prstGeom prst="rect">
                <a:avLst/>
              </a:prstGeom>
              <a:noFill/>
              <a:ln w="0">
                <a:noFill/>
              </a:ln>
            </p:spPr>
            <p:style>
              <a:lnRef idx="0"/>
              <a:fillRef idx="0"/>
              <a:effectRef idx="0"/>
              <a:fontRef idx="minor"/>
            </p:style>
          </p:sp>
        </p:grpSp>
      </p:grpSp>
      <p:sp>
        <p:nvSpPr>
          <p:cNvPr id="204" name="CustomShape 40"/>
          <p:cNvSpPr/>
          <p:nvPr/>
        </p:nvSpPr>
        <p:spPr>
          <a:xfrm>
            <a:off x="1539720" y="6159960"/>
            <a:ext cx="15724440" cy="1828440"/>
          </a:xfrm>
          <a:prstGeom prst="rect">
            <a:avLst/>
          </a:prstGeom>
          <a:noFill/>
          <a:ln w="0">
            <a:noFill/>
          </a:ln>
        </p:spPr>
        <p:style>
          <a:lnRef idx="0"/>
          <a:fillRef idx="0"/>
          <a:effectRef idx="0"/>
          <a:fontRef idx="minor"/>
        </p:style>
        <p:txBody>
          <a:bodyPr lIns="0" rIns="0" tIns="0" bIns="0">
            <a:spAutoFit/>
          </a:bodyPr>
          <a:p>
            <a:pPr>
              <a:lnSpc>
                <a:spcPts val="7200"/>
              </a:lnSpc>
            </a:pPr>
            <a:r>
              <a:rPr b="0" i="1" lang="en-US" sz="4800" spc="-1" strike="noStrike">
                <a:solidFill>
                  <a:srgbClr val="f1f1f1"/>
                </a:solidFill>
                <a:latin typeface="Rosario"/>
                <a:ea typeface="Rosario Bold Italics"/>
              </a:rPr>
              <a:t>Investigating the Impact of an Intervention </a:t>
            </a:r>
            <a:endParaRPr b="0" i="1" lang="de-DE" sz="4800" spc="-1" strike="noStrike">
              <a:latin typeface="Rosario"/>
            </a:endParaRPr>
          </a:p>
          <a:p>
            <a:pPr>
              <a:lnSpc>
                <a:spcPts val="7200"/>
              </a:lnSpc>
            </a:pPr>
            <a:r>
              <a:rPr b="0" i="1" lang="en-US" sz="4800" spc="-1" strike="noStrike">
                <a:solidFill>
                  <a:srgbClr val="f1f1f1"/>
                </a:solidFill>
                <a:latin typeface="Rosario"/>
                <a:ea typeface="Rosario Bold Italics"/>
              </a:rPr>
              <a:t>that Increases Users’ Awareness of Phubbing</a:t>
            </a:r>
            <a:endParaRPr b="0" i="1" lang="de-DE" sz="4800" spc="-1" strike="noStrike">
              <a:latin typeface="Rosario"/>
            </a:endParaRPr>
          </a:p>
        </p:txBody>
      </p:sp>
      <p:grpSp>
        <p:nvGrpSpPr>
          <p:cNvPr id="205" name="Group 41"/>
          <p:cNvGrpSpPr/>
          <p:nvPr/>
        </p:nvGrpSpPr>
        <p:grpSpPr>
          <a:xfrm>
            <a:off x="14262120" y="-1014120"/>
            <a:ext cx="4962600" cy="4962960"/>
            <a:chOff x="14262120" y="-1014120"/>
            <a:chExt cx="4962600" cy="4962960"/>
          </a:xfrm>
        </p:grpSpPr>
        <p:grpSp>
          <p:nvGrpSpPr>
            <p:cNvPr id="206" name="Group 42"/>
            <p:cNvGrpSpPr/>
            <p:nvPr/>
          </p:nvGrpSpPr>
          <p:grpSpPr>
            <a:xfrm>
              <a:off x="14594040" y="108000"/>
              <a:ext cx="4299120" cy="2719080"/>
              <a:chOff x="14594040" y="108000"/>
              <a:chExt cx="4299120" cy="2719080"/>
            </a:xfrm>
          </p:grpSpPr>
          <p:sp>
            <p:nvSpPr>
              <p:cNvPr id="207" name="CustomShape 43"/>
              <p:cNvSpPr/>
              <p:nvPr/>
            </p:nvSpPr>
            <p:spPr>
              <a:xfrm rot="5400000">
                <a:off x="15383880" y="-681840"/>
                <a:ext cx="2719080" cy="42991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208" name="CustomShape 44"/>
              <p:cNvSpPr/>
              <p:nvPr/>
            </p:nvSpPr>
            <p:spPr>
              <a:xfrm rot="5400000">
                <a:off x="15747120" y="-387360"/>
                <a:ext cx="2208960" cy="3709440"/>
              </a:xfrm>
              <a:prstGeom prst="rect">
                <a:avLst/>
              </a:prstGeom>
              <a:noFill/>
              <a:ln w="0">
                <a:noFill/>
              </a:ln>
            </p:spPr>
            <p:style>
              <a:lnRef idx="0"/>
              <a:fillRef idx="0"/>
              <a:effectRef idx="0"/>
              <a:fontRef idx="minor"/>
            </p:style>
          </p:sp>
        </p:grpSp>
        <p:grpSp>
          <p:nvGrpSpPr>
            <p:cNvPr id="209" name="Group 45"/>
            <p:cNvGrpSpPr/>
            <p:nvPr/>
          </p:nvGrpSpPr>
          <p:grpSpPr>
            <a:xfrm>
              <a:off x="15383520" y="-682200"/>
              <a:ext cx="2719080" cy="4299120"/>
              <a:chOff x="15383520" y="-682200"/>
              <a:chExt cx="2719080" cy="4299120"/>
            </a:xfrm>
          </p:grpSpPr>
          <p:sp>
            <p:nvSpPr>
              <p:cNvPr id="210" name="CustomShape 46"/>
              <p:cNvSpPr/>
              <p:nvPr/>
            </p:nvSpPr>
            <p:spPr>
              <a:xfrm>
                <a:off x="15383520" y="-682200"/>
                <a:ext cx="2719080" cy="42991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211" name="CustomShape 47"/>
              <p:cNvSpPr/>
              <p:nvPr/>
            </p:nvSpPr>
            <p:spPr>
              <a:xfrm>
                <a:off x="15638400" y="-495360"/>
                <a:ext cx="2208960" cy="3709440"/>
              </a:xfrm>
              <a:prstGeom prst="rect">
                <a:avLst/>
              </a:prstGeom>
              <a:noFill/>
              <a:ln w="0">
                <a:noFill/>
              </a:ln>
            </p:spPr>
            <p:style>
              <a:lnRef idx="0"/>
              <a:fillRef idx="0"/>
              <a:effectRef idx="0"/>
              <a:fontRef idx="minor"/>
            </p:style>
          </p:sp>
        </p:grpSp>
        <p:grpSp>
          <p:nvGrpSpPr>
            <p:cNvPr id="212" name="Group 48"/>
            <p:cNvGrpSpPr/>
            <p:nvPr/>
          </p:nvGrpSpPr>
          <p:grpSpPr>
            <a:xfrm>
              <a:off x="14262120" y="-1013760"/>
              <a:ext cx="4962600" cy="4962600"/>
              <a:chOff x="14262120" y="-1013760"/>
              <a:chExt cx="4962600" cy="4962600"/>
            </a:xfrm>
          </p:grpSpPr>
          <p:sp>
            <p:nvSpPr>
              <p:cNvPr id="213" name="CustomShape 49"/>
              <p:cNvSpPr/>
              <p:nvPr/>
            </p:nvSpPr>
            <p:spPr>
              <a:xfrm rot="8100000">
                <a:off x="15383520" y="-681840"/>
                <a:ext cx="2719080" cy="42991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214" name="CustomShape 50"/>
              <p:cNvSpPr/>
              <p:nvPr/>
            </p:nvSpPr>
            <p:spPr>
              <a:xfrm rot="8100000">
                <a:off x="15715080" y="-310680"/>
                <a:ext cx="2208960" cy="3709440"/>
              </a:xfrm>
              <a:prstGeom prst="rect">
                <a:avLst/>
              </a:prstGeom>
              <a:noFill/>
              <a:ln w="0">
                <a:noFill/>
              </a:ln>
            </p:spPr>
            <p:style>
              <a:lnRef idx="0"/>
              <a:fillRef idx="0"/>
              <a:effectRef idx="0"/>
              <a:fontRef idx="minor"/>
            </p:style>
          </p:sp>
        </p:grpSp>
        <p:grpSp>
          <p:nvGrpSpPr>
            <p:cNvPr id="215" name="Group 51"/>
            <p:cNvGrpSpPr/>
            <p:nvPr/>
          </p:nvGrpSpPr>
          <p:grpSpPr>
            <a:xfrm>
              <a:off x="14262120" y="-1014120"/>
              <a:ext cx="4962600" cy="4962600"/>
              <a:chOff x="14262120" y="-1014120"/>
              <a:chExt cx="4962600" cy="4962600"/>
            </a:xfrm>
          </p:grpSpPr>
          <p:sp>
            <p:nvSpPr>
              <p:cNvPr id="216" name="CustomShape 52"/>
              <p:cNvSpPr/>
              <p:nvPr/>
            </p:nvSpPr>
            <p:spPr>
              <a:xfrm rot="2700000">
                <a:off x="15383520" y="-682200"/>
                <a:ext cx="2719080" cy="42991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217" name="CustomShape 53"/>
              <p:cNvSpPr/>
              <p:nvPr/>
            </p:nvSpPr>
            <p:spPr>
              <a:xfrm rot="2700000">
                <a:off x="15715080" y="-463680"/>
                <a:ext cx="2208960" cy="3709440"/>
              </a:xfrm>
              <a:prstGeom prst="rect">
                <a:avLst/>
              </a:prstGeom>
              <a:noFill/>
              <a:ln w="0">
                <a:noFill/>
              </a:ln>
            </p:spPr>
            <p:style>
              <a:lnRef idx="0"/>
              <a:fillRef idx="0"/>
              <a:effectRef idx="0"/>
              <a:fontRef idx="minor"/>
            </p:style>
          </p:sp>
        </p:grpSp>
      </p:grpSp>
      <p:grpSp>
        <p:nvGrpSpPr>
          <p:cNvPr id="218" name="Group 54"/>
          <p:cNvGrpSpPr/>
          <p:nvPr/>
        </p:nvGrpSpPr>
        <p:grpSpPr>
          <a:xfrm>
            <a:off x="10982520" y="1549440"/>
            <a:ext cx="2814840" cy="2814480"/>
            <a:chOff x="10982520" y="1549440"/>
            <a:chExt cx="2814840" cy="2814480"/>
          </a:xfrm>
        </p:grpSpPr>
        <p:grpSp>
          <p:nvGrpSpPr>
            <p:cNvPr id="219" name="Group 55"/>
            <p:cNvGrpSpPr/>
            <p:nvPr/>
          </p:nvGrpSpPr>
          <p:grpSpPr>
            <a:xfrm>
              <a:off x="11170800" y="2185560"/>
              <a:ext cx="2438280" cy="1541880"/>
              <a:chOff x="11170800" y="2185560"/>
              <a:chExt cx="2438280" cy="1541880"/>
            </a:xfrm>
          </p:grpSpPr>
          <p:sp>
            <p:nvSpPr>
              <p:cNvPr id="220" name="CustomShape 56"/>
              <p:cNvSpPr/>
              <p:nvPr/>
            </p:nvSpPr>
            <p:spPr>
              <a:xfrm rot="5400000">
                <a:off x="11619000" y="173700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221" name="CustomShape 57"/>
              <p:cNvSpPr/>
              <p:nvPr/>
            </p:nvSpPr>
            <p:spPr>
              <a:xfrm rot="5400000">
                <a:off x="11824920" y="1904760"/>
                <a:ext cx="1252800" cy="2103480"/>
              </a:xfrm>
              <a:prstGeom prst="rect">
                <a:avLst/>
              </a:prstGeom>
              <a:noFill/>
              <a:ln w="0">
                <a:noFill/>
              </a:ln>
            </p:spPr>
            <p:style>
              <a:lnRef idx="0"/>
              <a:fillRef idx="0"/>
              <a:effectRef idx="0"/>
              <a:fontRef idx="minor"/>
            </p:style>
          </p:sp>
        </p:grpSp>
        <p:grpSp>
          <p:nvGrpSpPr>
            <p:cNvPr id="222" name="Group 58"/>
            <p:cNvGrpSpPr/>
            <p:nvPr/>
          </p:nvGrpSpPr>
          <p:grpSpPr>
            <a:xfrm>
              <a:off x="11618640" y="1737360"/>
              <a:ext cx="1541880" cy="2438280"/>
              <a:chOff x="11618640" y="1737360"/>
              <a:chExt cx="1541880" cy="2438280"/>
            </a:xfrm>
          </p:grpSpPr>
          <p:sp>
            <p:nvSpPr>
              <p:cNvPr id="223" name="CustomShape 59"/>
              <p:cNvSpPr/>
              <p:nvPr/>
            </p:nvSpPr>
            <p:spPr>
              <a:xfrm>
                <a:off x="11618640" y="173736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224" name="CustomShape 60"/>
              <p:cNvSpPr/>
              <p:nvPr/>
            </p:nvSpPr>
            <p:spPr>
              <a:xfrm>
                <a:off x="11763360" y="1843560"/>
                <a:ext cx="1252800" cy="2103480"/>
              </a:xfrm>
              <a:prstGeom prst="rect">
                <a:avLst/>
              </a:prstGeom>
              <a:noFill/>
              <a:ln w="0">
                <a:noFill/>
              </a:ln>
            </p:spPr>
            <p:style>
              <a:lnRef idx="0"/>
              <a:fillRef idx="0"/>
              <a:effectRef idx="0"/>
              <a:fontRef idx="minor"/>
            </p:style>
          </p:sp>
        </p:grpSp>
        <p:grpSp>
          <p:nvGrpSpPr>
            <p:cNvPr id="225" name="Group 61"/>
            <p:cNvGrpSpPr/>
            <p:nvPr/>
          </p:nvGrpSpPr>
          <p:grpSpPr>
            <a:xfrm>
              <a:off x="10982880" y="1549440"/>
              <a:ext cx="2814480" cy="2814480"/>
              <a:chOff x="10982880" y="1549440"/>
              <a:chExt cx="2814480" cy="2814480"/>
            </a:xfrm>
          </p:grpSpPr>
          <p:sp>
            <p:nvSpPr>
              <p:cNvPr id="226" name="CustomShape 62"/>
              <p:cNvSpPr/>
              <p:nvPr/>
            </p:nvSpPr>
            <p:spPr>
              <a:xfrm rot="8100000">
                <a:off x="11619000" y="173736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227" name="CustomShape 63"/>
              <p:cNvSpPr/>
              <p:nvPr/>
            </p:nvSpPr>
            <p:spPr>
              <a:xfrm rot="8100000">
                <a:off x="11806920" y="1948320"/>
                <a:ext cx="1252800" cy="2103480"/>
              </a:xfrm>
              <a:prstGeom prst="rect">
                <a:avLst/>
              </a:prstGeom>
              <a:noFill/>
              <a:ln w="0">
                <a:noFill/>
              </a:ln>
            </p:spPr>
            <p:style>
              <a:lnRef idx="0"/>
              <a:fillRef idx="0"/>
              <a:effectRef idx="0"/>
              <a:fontRef idx="minor"/>
            </p:style>
          </p:sp>
        </p:grpSp>
        <p:grpSp>
          <p:nvGrpSpPr>
            <p:cNvPr id="228" name="Group 64"/>
            <p:cNvGrpSpPr/>
            <p:nvPr/>
          </p:nvGrpSpPr>
          <p:grpSpPr>
            <a:xfrm>
              <a:off x="10982520" y="1549440"/>
              <a:ext cx="2814480" cy="2814480"/>
              <a:chOff x="10982520" y="1549440"/>
              <a:chExt cx="2814480" cy="2814480"/>
            </a:xfrm>
          </p:grpSpPr>
          <p:sp>
            <p:nvSpPr>
              <p:cNvPr id="229" name="CustomShape 65"/>
              <p:cNvSpPr/>
              <p:nvPr/>
            </p:nvSpPr>
            <p:spPr>
              <a:xfrm rot="2700000">
                <a:off x="11618640" y="173736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230" name="CustomShape 66"/>
              <p:cNvSpPr/>
              <p:nvPr/>
            </p:nvSpPr>
            <p:spPr>
              <a:xfrm rot="2700000">
                <a:off x="11806560" y="1861200"/>
                <a:ext cx="1252800" cy="2103480"/>
              </a:xfrm>
              <a:prstGeom prst="rect">
                <a:avLst/>
              </a:prstGeom>
              <a:noFill/>
              <a:ln w="0">
                <a:noFill/>
              </a:ln>
            </p:spPr>
            <p:style>
              <a:lnRef idx="0"/>
              <a:fillRef idx="0"/>
              <a:effectRef idx="0"/>
              <a:fontRef idx="minor"/>
            </p:style>
          </p:sp>
        </p:grpSp>
      </p:grpSp>
      <p:grpSp>
        <p:nvGrpSpPr>
          <p:cNvPr id="231" name="Group 67"/>
          <p:cNvGrpSpPr/>
          <p:nvPr/>
        </p:nvGrpSpPr>
        <p:grpSpPr>
          <a:xfrm>
            <a:off x="15053760" y="6459120"/>
            <a:ext cx="3251160" cy="3250800"/>
            <a:chOff x="15053760" y="6459120"/>
            <a:chExt cx="3251160" cy="3250800"/>
          </a:xfrm>
        </p:grpSpPr>
        <p:grpSp>
          <p:nvGrpSpPr>
            <p:cNvPr id="232" name="Group 68"/>
            <p:cNvGrpSpPr/>
            <p:nvPr/>
          </p:nvGrpSpPr>
          <p:grpSpPr>
            <a:xfrm>
              <a:off x="15271200" y="7193880"/>
              <a:ext cx="2816280" cy="1780920"/>
              <a:chOff x="15271200" y="7193880"/>
              <a:chExt cx="2816280" cy="1780920"/>
            </a:xfrm>
          </p:grpSpPr>
          <p:sp>
            <p:nvSpPr>
              <p:cNvPr id="233" name="CustomShape 69"/>
              <p:cNvSpPr/>
              <p:nvPr/>
            </p:nvSpPr>
            <p:spPr>
              <a:xfrm rot="5400000">
                <a:off x="15788880" y="6676200"/>
                <a:ext cx="1780920" cy="2816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234" name="CustomShape 70"/>
              <p:cNvSpPr/>
              <p:nvPr/>
            </p:nvSpPr>
            <p:spPr>
              <a:xfrm rot="5400000">
                <a:off x="16026840" y="6869520"/>
                <a:ext cx="1446840" cy="2429640"/>
              </a:xfrm>
              <a:prstGeom prst="rect">
                <a:avLst/>
              </a:prstGeom>
              <a:noFill/>
              <a:ln w="0">
                <a:noFill/>
              </a:ln>
            </p:spPr>
            <p:style>
              <a:lnRef idx="0"/>
              <a:fillRef idx="0"/>
              <a:effectRef idx="0"/>
              <a:fontRef idx="minor"/>
            </p:style>
          </p:sp>
        </p:grpSp>
        <p:grpSp>
          <p:nvGrpSpPr>
            <p:cNvPr id="235" name="Group 71"/>
            <p:cNvGrpSpPr/>
            <p:nvPr/>
          </p:nvGrpSpPr>
          <p:grpSpPr>
            <a:xfrm>
              <a:off x="15788520" y="6676200"/>
              <a:ext cx="1780920" cy="2816280"/>
              <a:chOff x="15788520" y="6676200"/>
              <a:chExt cx="1780920" cy="2816280"/>
            </a:xfrm>
          </p:grpSpPr>
          <p:sp>
            <p:nvSpPr>
              <p:cNvPr id="236" name="CustomShape 72"/>
              <p:cNvSpPr/>
              <p:nvPr/>
            </p:nvSpPr>
            <p:spPr>
              <a:xfrm>
                <a:off x="15788520" y="6676200"/>
                <a:ext cx="1780920" cy="2816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237" name="CustomShape 73"/>
              <p:cNvSpPr/>
              <p:nvPr/>
            </p:nvSpPr>
            <p:spPr>
              <a:xfrm>
                <a:off x="15955560" y="6798600"/>
                <a:ext cx="1446840" cy="2429640"/>
              </a:xfrm>
              <a:prstGeom prst="rect">
                <a:avLst/>
              </a:prstGeom>
              <a:noFill/>
              <a:ln w="0">
                <a:noFill/>
              </a:ln>
            </p:spPr>
            <p:style>
              <a:lnRef idx="0"/>
              <a:fillRef idx="0"/>
              <a:effectRef idx="0"/>
              <a:fontRef idx="minor"/>
            </p:style>
          </p:sp>
        </p:grpSp>
        <p:grpSp>
          <p:nvGrpSpPr>
            <p:cNvPr id="238" name="Group 74"/>
            <p:cNvGrpSpPr/>
            <p:nvPr/>
          </p:nvGrpSpPr>
          <p:grpSpPr>
            <a:xfrm>
              <a:off x="15054120" y="6459120"/>
              <a:ext cx="3250800" cy="3250800"/>
              <a:chOff x="15054120" y="6459120"/>
              <a:chExt cx="3250800" cy="3250800"/>
            </a:xfrm>
          </p:grpSpPr>
          <p:sp>
            <p:nvSpPr>
              <p:cNvPr id="239" name="CustomShape 75"/>
              <p:cNvSpPr/>
              <p:nvPr/>
            </p:nvSpPr>
            <p:spPr>
              <a:xfrm rot="8100000">
                <a:off x="15788880" y="6676200"/>
                <a:ext cx="1780920" cy="2816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240" name="CustomShape 76"/>
              <p:cNvSpPr/>
              <p:nvPr/>
            </p:nvSpPr>
            <p:spPr>
              <a:xfrm rot="8100000">
                <a:off x="16005960" y="6919920"/>
                <a:ext cx="1446840" cy="2429640"/>
              </a:xfrm>
              <a:prstGeom prst="rect">
                <a:avLst/>
              </a:prstGeom>
              <a:noFill/>
              <a:ln w="0">
                <a:noFill/>
              </a:ln>
            </p:spPr>
            <p:style>
              <a:lnRef idx="0"/>
              <a:fillRef idx="0"/>
              <a:effectRef idx="0"/>
              <a:fontRef idx="minor"/>
            </p:style>
          </p:sp>
        </p:grpSp>
        <p:grpSp>
          <p:nvGrpSpPr>
            <p:cNvPr id="241" name="Group 77"/>
            <p:cNvGrpSpPr/>
            <p:nvPr/>
          </p:nvGrpSpPr>
          <p:grpSpPr>
            <a:xfrm>
              <a:off x="15053760" y="6459120"/>
              <a:ext cx="3250800" cy="3250800"/>
              <a:chOff x="15053760" y="6459120"/>
              <a:chExt cx="3250800" cy="3250800"/>
            </a:xfrm>
          </p:grpSpPr>
          <p:sp>
            <p:nvSpPr>
              <p:cNvPr id="242" name="CustomShape 78"/>
              <p:cNvSpPr/>
              <p:nvPr/>
            </p:nvSpPr>
            <p:spPr>
              <a:xfrm rot="2700000">
                <a:off x="15788520" y="6676200"/>
                <a:ext cx="1780920" cy="2816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243" name="CustomShape 79"/>
              <p:cNvSpPr/>
              <p:nvPr/>
            </p:nvSpPr>
            <p:spPr>
              <a:xfrm rot="2700000">
                <a:off x="16005600" y="6819120"/>
                <a:ext cx="1446840" cy="2429640"/>
              </a:xfrm>
              <a:prstGeom prst="rect">
                <a:avLst/>
              </a:prstGeom>
              <a:noFill/>
              <a:ln w="0">
                <a:noFill/>
              </a:ln>
            </p:spPr>
            <p:style>
              <a:lnRef idx="0"/>
              <a:fillRef idx="0"/>
              <a:effectRef idx="0"/>
              <a:fontRef idx="minor"/>
            </p:style>
          </p:sp>
        </p:grpSp>
      </p:grpSp>
      <p:sp>
        <p:nvSpPr>
          <p:cNvPr id="244" name="Line 80"/>
          <p:cNvSpPr/>
          <p:nvPr/>
        </p:nvSpPr>
        <p:spPr>
          <a:xfrm>
            <a:off x="-2100600" y="9016200"/>
            <a:ext cx="4762080" cy="0"/>
          </a:xfrm>
          <a:prstGeom prst="line">
            <a:avLst/>
          </a:prstGeom>
          <a:ln w="38100">
            <a:solidFill>
              <a:srgbClr val="7ec6db"/>
            </a:solidFill>
            <a:round/>
            <a:headEnd len="lg" type="diamond" w="lg"/>
            <a:tailEnd len="lg" type="diamond" w="lg"/>
          </a:ln>
        </p:spPr>
        <p:style>
          <a:lnRef idx="0"/>
          <a:fillRef idx="0"/>
          <a:effectRef idx="0"/>
          <a:fontRef idx="minor"/>
        </p:style>
      </p:sp>
      <p:sp>
        <p:nvSpPr>
          <p:cNvPr id="245" name="CustomShape 81"/>
          <p:cNvSpPr/>
          <p:nvPr/>
        </p:nvSpPr>
        <p:spPr>
          <a:xfrm>
            <a:off x="1539720" y="4014000"/>
            <a:ext cx="11986560" cy="1778400"/>
          </a:xfrm>
          <a:prstGeom prst="rect">
            <a:avLst/>
          </a:prstGeom>
          <a:noFill/>
          <a:ln w="0">
            <a:noFill/>
          </a:ln>
        </p:spPr>
        <p:style>
          <a:lnRef idx="0"/>
          <a:fillRef idx="0"/>
          <a:effectRef idx="0"/>
          <a:fontRef idx="minor"/>
        </p:style>
        <p:txBody>
          <a:bodyPr lIns="0" rIns="0" tIns="0" bIns="0">
            <a:spAutoFit/>
          </a:bodyPr>
          <a:p>
            <a:pPr>
              <a:lnSpc>
                <a:spcPts val="14000"/>
              </a:lnSpc>
            </a:pPr>
            <a:r>
              <a:rPr b="0" lang="en-US" sz="10000" spc="-1" strike="noStrike">
                <a:solidFill>
                  <a:srgbClr val="f1f1f1"/>
                </a:solidFill>
                <a:latin typeface="Do Hyeon"/>
                <a:ea typeface="Do Hyeon"/>
              </a:rPr>
              <a:t>Research Question</a:t>
            </a:r>
            <a:endParaRPr b="0" lang="de-DE" sz="10000" spc="-1" strike="noStrike">
              <a:latin typeface="Arial"/>
            </a:endParaRPr>
          </a:p>
        </p:txBody>
      </p:sp>
      <p:sp>
        <p:nvSpPr>
          <p:cNvPr id="246" name="CustomShape 82"/>
          <p:cNvSpPr/>
          <p:nvPr/>
        </p:nvSpPr>
        <p:spPr>
          <a:xfrm>
            <a:off x="1539720" y="1567440"/>
            <a:ext cx="15208560" cy="1733040"/>
          </a:xfrm>
          <a:prstGeom prst="rect">
            <a:avLst/>
          </a:prstGeom>
          <a:noFill/>
          <a:ln w="0">
            <a:noFill/>
          </a:ln>
        </p:spPr>
        <p:style>
          <a:lnRef idx="0"/>
          <a:fillRef idx="0"/>
          <a:effectRef idx="0"/>
          <a:fontRef idx="minor"/>
        </p:style>
        <p:txBody>
          <a:bodyPr lIns="0" rIns="0" tIns="0" bIns="0">
            <a:spAutoFit/>
          </a:bodyPr>
          <a:p>
            <a:pPr>
              <a:lnSpc>
                <a:spcPts val="5400"/>
              </a:lnSpc>
            </a:pPr>
            <a:r>
              <a:rPr b="0" lang="en-US" sz="3600" spc="-1" strike="noStrike">
                <a:solidFill>
                  <a:srgbClr val="ffffff"/>
                </a:solidFill>
                <a:latin typeface="Rosario Bold"/>
                <a:ea typeface="Rosario Bold"/>
              </a:rPr>
              <a:t>Make unconscious behavior conscious</a:t>
            </a:r>
            <a:endParaRPr b="0" lang="de-DE" sz="3600" spc="-1" strike="noStrike">
              <a:latin typeface="Arial"/>
            </a:endParaRPr>
          </a:p>
          <a:p>
            <a:pPr>
              <a:lnSpc>
                <a:spcPts val="4649"/>
              </a:lnSpc>
            </a:pPr>
            <a:r>
              <a:rPr b="0" lang="en-US" sz="3100" spc="-1" strike="noStrike">
                <a:solidFill>
                  <a:srgbClr val="ffffff"/>
                </a:solidFill>
                <a:latin typeface="Rosario Bold"/>
                <a:ea typeface="Rosario Bold"/>
              </a:rPr>
              <a:t>→ </a:t>
            </a:r>
            <a:r>
              <a:rPr b="0" lang="en-US" sz="3100" spc="-1" strike="noStrike">
                <a:solidFill>
                  <a:srgbClr val="ffffff"/>
                </a:solidFill>
                <a:latin typeface="Rosario Bold"/>
                <a:ea typeface="Rosario Bold"/>
              </a:rPr>
              <a:t>Use Intervention in the Moment of Phubbing</a:t>
            </a:r>
            <a:endParaRPr b="0" lang="de-DE" sz="3100" spc="-1" strike="noStrike">
              <a:latin typeface="Arial"/>
            </a:endParaRPr>
          </a:p>
          <a:p>
            <a:pPr>
              <a:lnSpc>
                <a:spcPts val="3600"/>
              </a:lnSpc>
            </a:pPr>
            <a:r>
              <a:rPr b="0" lang="en-US" sz="2400" spc="-1" strike="noStrike">
                <a:solidFill>
                  <a:srgbClr val="7ec6db"/>
                </a:solidFill>
                <a:latin typeface="Rosario Bold"/>
                <a:ea typeface="Rosario Bold"/>
              </a:rPr>
              <a:t>[Prochaska et al., 1982]</a:t>
            </a:r>
            <a:endParaRPr b="0" lang="de-DE" sz="2400" spc="-1" strike="noStrike">
              <a:latin typeface="Arial"/>
            </a:endParaRPr>
          </a:p>
        </p:txBody>
      </p:sp>
      <p:sp>
        <p:nvSpPr>
          <p:cNvPr id="247" name="Line 83"/>
          <p:cNvSpPr/>
          <p:nvPr/>
        </p:nvSpPr>
        <p:spPr>
          <a:xfrm>
            <a:off x="1539360" y="3987000"/>
            <a:ext cx="9620640" cy="0"/>
          </a:xfrm>
          <a:prstGeom prst="line">
            <a:avLst/>
          </a:prstGeom>
          <a:ln w="38100">
            <a:solidFill>
              <a:srgbClr val="7ec6db"/>
            </a:solidFill>
            <a:round/>
            <a:headEnd len="lg" type="diamond" w="lg"/>
            <a:tailEnd len="lg" type="diamond" w="lg"/>
          </a:ln>
        </p:spPr>
        <p:style>
          <a:lnRef idx="0"/>
          <a:fillRef idx="0"/>
          <a:effectRef idx="0"/>
          <a:fontRef idx="minor"/>
        </p:style>
      </p:sp>
    </p:spTree>
  </p:cSld>
  <mc:AlternateContent>
    <mc:Choice Requires="p14">
      <p:transition spd="slow" p14:dur="2000"/>
    </mc:Choice>
    <mc:Fallback>
      <p:transition spd="slow"/>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204"/>
                                        </p:tgtEl>
                                        <p:attrNameLst>
                                          <p:attrName>style.visibility</p:attrName>
                                        </p:attrNameLst>
                                      </p:cBhvr>
                                      <p:to>
                                        <p:strVal val="visible"/>
                                      </p:to>
                                    </p:set>
                                  </p:childTnLst>
                                </p:cTn>
                              </p:par>
                              <p:par>
                                <p:cTn id="29" nodeType="withEffect" fill="hold" presetClass="entr" presetID="1">
                                  <p:stCondLst>
                                    <p:cond delay="0"/>
                                  </p:stCondLst>
                                  <p:childTnLst>
                                    <p:set>
                                      <p:cBhvr>
                                        <p:cTn id="30"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1f1f1"/>
        </a:solidFill>
      </p:bgPr>
    </p:bg>
    <p:spTree>
      <p:nvGrpSpPr>
        <p:cNvPr id="1" name=""/>
        <p:cNvGrpSpPr/>
        <p:nvPr/>
      </p:nvGrpSpPr>
      <p:grpSpPr>
        <a:xfrm>
          <a:off x="0" y="0"/>
          <a:ext cx="0" cy="0"/>
          <a:chOff x="0" y="0"/>
          <a:chExt cx="0" cy="0"/>
        </a:xfrm>
      </p:grpSpPr>
      <p:grpSp>
        <p:nvGrpSpPr>
          <p:cNvPr id="248" name="Group 1"/>
          <p:cNvGrpSpPr/>
          <p:nvPr/>
        </p:nvGrpSpPr>
        <p:grpSpPr>
          <a:xfrm>
            <a:off x="1028880" y="-439560"/>
            <a:ext cx="4551840" cy="11024280"/>
            <a:chOff x="1028880" y="-439560"/>
            <a:chExt cx="4551840" cy="11024280"/>
          </a:xfrm>
        </p:grpSpPr>
        <p:sp>
          <p:nvSpPr>
            <p:cNvPr id="249" name="CustomShape 2"/>
            <p:cNvSpPr/>
            <p:nvPr/>
          </p:nvSpPr>
          <p:spPr>
            <a:xfrm>
              <a:off x="1028880" y="-294840"/>
              <a:ext cx="4551840" cy="10879560"/>
            </a:xfrm>
            <a:custGeom>
              <a:avLst/>
              <a:gdLst/>
              <a:ahLst/>
              <a:rect l="l" t="t" r="r" b="b"/>
              <a:pathLst>
                <a:path w="1198892" h="2865496">
                  <a:moveTo>
                    <a:pt x="85038" y="0"/>
                  </a:moveTo>
                  <a:lnTo>
                    <a:pt x="1113855" y="0"/>
                  </a:lnTo>
                  <a:cubicBezTo>
                    <a:pt x="1136408" y="0"/>
                    <a:pt x="1158038" y="8959"/>
                    <a:pt x="1173985" y="24907"/>
                  </a:cubicBezTo>
                  <a:cubicBezTo>
                    <a:pt x="1189933" y="40855"/>
                    <a:pt x="1198892" y="62484"/>
                    <a:pt x="1198892" y="85038"/>
                  </a:cubicBezTo>
                  <a:lnTo>
                    <a:pt x="1198892" y="2780458"/>
                  </a:lnTo>
                  <a:cubicBezTo>
                    <a:pt x="1198892" y="2803011"/>
                    <a:pt x="1189933" y="2824641"/>
                    <a:pt x="1173985" y="2840589"/>
                  </a:cubicBezTo>
                  <a:cubicBezTo>
                    <a:pt x="1158038" y="2856536"/>
                    <a:pt x="1136408" y="2865496"/>
                    <a:pt x="1113855" y="2865496"/>
                  </a:cubicBezTo>
                  <a:lnTo>
                    <a:pt x="85038" y="2865496"/>
                  </a:lnTo>
                  <a:cubicBezTo>
                    <a:pt x="62484" y="2865496"/>
                    <a:pt x="40855" y="2856536"/>
                    <a:pt x="24907" y="2840589"/>
                  </a:cubicBezTo>
                  <a:cubicBezTo>
                    <a:pt x="8959" y="2824641"/>
                    <a:pt x="0" y="2803011"/>
                    <a:pt x="0" y="2780458"/>
                  </a:cubicBezTo>
                  <a:lnTo>
                    <a:pt x="0" y="85038"/>
                  </a:lnTo>
                  <a:cubicBezTo>
                    <a:pt x="0" y="62484"/>
                    <a:pt x="8959" y="40855"/>
                    <a:pt x="24907" y="24907"/>
                  </a:cubicBezTo>
                  <a:cubicBezTo>
                    <a:pt x="40855" y="8959"/>
                    <a:pt x="62484" y="0"/>
                    <a:pt x="85038" y="0"/>
                  </a:cubicBezTo>
                  <a:close/>
                </a:path>
              </a:pathLst>
            </a:custGeom>
            <a:solidFill>
              <a:srgbClr val="146a82"/>
            </a:solidFill>
            <a:ln w="0">
              <a:noFill/>
            </a:ln>
          </p:spPr>
          <p:style>
            <a:lnRef idx="0"/>
            <a:fillRef idx="0"/>
            <a:effectRef idx="0"/>
            <a:fontRef idx="minor"/>
          </p:style>
        </p:sp>
        <p:sp>
          <p:nvSpPr>
            <p:cNvPr id="250" name="CustomShape 3"/>
            <p:cNvSpPr/>
            <p:nvPr/>
          </p:nvSpPr>
          <p:spPr>
            <a:xfrm>
              <a:off x="1028880" y="-439560"/>
              <a:ext cx="4551840" cy="11024280"/>
            </a:xfrm>
            <a:prstGeom prst="rect">
              <a:avLst/>
            </a:prstGeom>
            <a:noFill/>
            <a:ln w="0">
              <a:noFill/>
            </a:ln>
          </p:spPr>
          <p:style>
            <a:lnRef idx="0"/>
            <a:fillRef idx="0"/>
            <a:effectRef idx="0"/>
            <a:fontRef idx="minor"/>
          </p:style>
        </p:sp>
      </p:grpSp>
      <p:sp>
        <p:nvSpPr>
          <p:cNvPr id="251" name="CustomShape 4"/>
          <p:cNvSpPr/>
          <p:nvPr/>
        </p:nvSpPr>
        <p:spPr>
          <a:xfrm rot="16200000">
            <a:off x="-982800" y="4508640"/>
            <a:ext cx="8229240" cy="1270080"/>
          </a:xfrm>
          <a:prstGeom prst="rect">
            <a:avLst/>
          </a:prstGeom>
          <a:noFill/>
          <a:ln w="0">
            <a:noFill/>
          </a:ln>
        </p:spPr>
        <p:style>
          <a:lnRef idx="0"/>
          <a:fillRef idx="0"/>
          <a:effectRef idx="0"/>
          <a:fontRef idx="minor"/>
        </p:style>
        <p:txBody>
          <a:bodyPr lIns="0" rIns="0" tIns="0" bIns="0">
            <a:spAutoFit/>
          </a:bodyPr>
          <a:p>
            <a:pPr algn="ctr">
              <a:lnSpc>
                <a:spcPts val="9998"/>
              </a:lnSpc>
            </a:pPr>
            <a:r>
              <a:rPr b="0" lang="en-US" sz="10000" spc="-1" strike="noStrike">
                <a:solidFill>
                  <a:srgbClr val="ffffff"/>
                </a:solidFill>
                <a:latin typeface="Do Hyeon"/>
                <a:ea typeface="Do Hyeon"/>
              </a:rPr>
              <a:t>User Study</a:t>
            </a:r>
            <a:endParaRPr b="0" lang="de-DE" sz="10000" spc="-1" strike="noStrike">
              <a:latin typeface="Arial"/>
            </a:endParaRPr>
          </a:p>
        </p:txBody>
      </p:sp>
      <p:sp>
        <p:nvSpPr>
          <p:cNvPr id="252" name="CustomShape 5"/>
          <p:cNvSpPr/>
          <p:nvPr/>
        </p:nvSpPr>
        <p:spPr>
          <a:xfrm>
            <a:off x="6781680" y="2208240"/>
            <a:ext cx="10477080" cy="548280"/>
          </a:xfrm>
          <a:prstGeom prst="rect">
            <a:avLst/>
          </a:prstGeom>
          <a:noFill/>
          <a:ln w="0">
            <a:noFill/>
          </a:ln>
        </p:spPr>
        <p:style>
          <a:lnRef idx="0"/>
          <a:fillRef idx="0"/>
          <a:effectRef idx="0"/>
          <a:fontRef idx="minor"/>
        </p:style>
        <p:txBody>
          <a:bodyPr lIns="0" rIns="0" tIns="0" bIns="0">
            <a:spAutoFit/>
          </a:bodyPr>
          <a:p>
            <a:pPr>
              <a:lnSpc>
                <a:spcPts val="4320"/>
              </a:lnSpc>
            </a:pPr>
            <a:r>
              <a:rPr b="0" lang="en-US" sz="3600" spc="-1" strike="noStrike">
                <a:solidFill>
                  <a:srgbClr val="146a82"/>
                </a:solidFill>
                <a:latin typeface="Rosario Bold"/>
                <a:ea typeface="Rosario Bold"/>
              </a:rPr>
              <a:t>Duration of 2 Weeks</a:t>
            </a:r>
            <a:endParaRPr b="0" lang="de-DE" sz="3600" spc="-1" strike="noStrike">
              <a:latin typeface="Arial"/>
            </a:endParaRPr>
          </a:p>
        </p:txBody>
      </p:sp>
      <p:grpSp>
        <p:nvGrpSpPr>
          <p:cNvPr id="253" name="Group 6"/>
          <p:cNvGrpSpPr/>
          <p:nvPr/>
        </p:nvGrpSpPr>
        <p:grpSpPr>
          <a:xfrm>
            <a:off x="4788720" y="1687680"/>
            <a:ext cx="1583640" cy="1583640"/>
            <a:chOff x="4788720" y="1687680"/>
            <a:chExt cx="1583640" cy="1583640"/>
          </a:xfrm>
        </p:grpSpPr>
        <p:grpSp>
          <p:nvGrpSpPr>
            <p:cNvPr id="254" name="Group 7"/>
            <p:cNvGrpSpPr/>
            <p:nvPr/>
          </p:nvGrpSpPr>
          <p:grpSpPr>
            <a:xfrm>
              <a:off x="4788720" y="1687680"/>
              <a:ext cx="1583640" cy="1583640"/>
              <a:chOff x="4788720" y="1687680"/>
              <a:chExt cx="1583640" cy="1583640"/>
            </a:xfrm>
          </p:grpSpPr>
          <p:sp>
            <p:nvSpPr>
              <p:cNvPr id="255" name="CustomShape 8"/>
              <p:cNvSpPr/>
              <p:nvPr/>
            </p:nvSpPr>
            <p:spPr>
              <a:xfrm>
                <a:off x="4788720" y="168768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256" name="CustomShape 9"/>
              <p:cNvSpPr/>
              <p:nvPr/>
            </p:nvSpPr>
            <p:spPr>
              <a:xfrm>
                <a:off x="4937040" y="1743480"/>
                <a:ext cx="1286640" cy="1379520"/>
              </a:xfrm>
              <a:prstGeom prst="rect">
                <a:avLst/>
              </a:prstGeom>
              <a:noFill/>
              <a:ln w="0">
                <a:noFill/>
              </a:ln>
            </p:spPr>
            <p:style>
              <a:lnRef idx="0"/>
              <a:fillRef idx="0"/>
              <a:effectRef idx="0"/>
              <a:fontRef idx="minor"/>
            </p:style>
          </p:sp>
        </p:grpSp>
        <p:sp>
          <p:nvSpPr>
            <p:cNvPr id="257" name="CustomShape 10"/>
            <p:cNvSpPr/>
            <p:nvPr/>
          </p:nvSpPr>
          <p:spPr>
            <a:xfrm>
              <a:off x="5298480" y="19479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01</a:t>
              </a:r>
              <a:endParaRPr b="0" lang="de-DE" sz="5000" spc="-1" strike="noStrike">
                <a:latin typeface="Arial"/>
              </a:endParaRPr>
            </a:p>
          </p:txBody>
        </p:sp>
      </p:grpSp>
      <p:grpSp>
        <p:nvGrpSpPr>
          <p:cNvPr id="258" name="Group 11"/>
          <p:cNvGrpSpPr/>
          <p:nvPr/>
        </p:nvGrpSpPr>
        <p:grpSpPr>
          <a:xfrm>
            <a:off x="4788720" y="4104000"/>
            <a:ext cx="12470040" cy="1866240"/>
            <a:chOff x="4788720" y="4104000"/>
            <a:chExt cx="12470040" cy="1866240"/>
          </a:xfrm>
        </p:grpSpPr>
        <p:sp>
          <p:nvSpPr>
            <p:cNvPr id="259" name="CustomShape 12"/>
            <p:cNvSpPr/>
            <p:nvPr/>
          </p:nvSpPr>
          <p:spPr>
            <a:xfrm>
              <a:off x="6781680" y="4104000"/>
              <a:ext cx="10477080" cy="1866240"/>
            </a:xfrm>
            <a:prstGeom prst="rect">
              <a:avLst/>
            </a:prstGeom>
            <a:noFill/>
            <a:ln w="0">
              <a:noFill/>
            </a:ln>
          </p:spPr>
          <p:style>
            <a:lnRef idx="0"/>
            <a:fillRef idx="0"/>
            <a:effectRef idx="0"/>
            <a:fontRef idx="minor"/>
          </p:style>
          <p:txBody>
            <a:bodyPr lIns="0" rIns="0" tIns="0" bIns="0">
              <a:spAutoFit/>
            </a:bodyPr>
            <a:p>
              <a:pPr>
                <a:lnSpc>
                  <a:spcPts val="5400"/>
                </a:lnSpc>
              </a:pPr>
              <a:r>
                <a:rPr b="0" lang="en-US" sz="3600" spc="-1" strike="noStrike">
                  <a:solidFill>
                    <a:srgbClr val="146a82"/>
                  </a:solidFill>
                  <a:latin typeface="Rosario Bold"/>
                  <a:ea typeface="Rosario Bold"/>
                </a:rPr>
                <a:t>Two conditions, each 1 Week</a:t>
              </a:r>
              <a:endParaRPr b="0" lang="de-DE" sz="3600" spc="-1" strike="noStrike">
                <a:latin typeface="Arial"/>
              </a:endParaRPr>
            </a:p>
            <a:p>
              <a:pPr>
                <a:lnSpc>
                  <a:spcPts val="4649"/>
                </a:lnSpc>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Control Mode without Intervention</a:t>
              </a:r>
              <a:endParaRPr b="0" lang="de-DE" sz="3100" spc="-1" strike="noStrike">
                <a:latin typeface="Arial"/>
              </a:endParaRPr>
            </a:p>
            <a:p>
              <a:pPr>
                <a:lnSpc>
                  <a:spcPts val="4649"/>
                </a:lnSpc>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Treatment Mode with Intervention</a:t>
              </a:r>
              <a:endParaRPr b="0" lang="de-DE" sz="3100" spc="-1" strike="noStrike">
                <a:latin typeface="Arial"/>
              </a:endParaRPr>
            </a:p>
          </p:txBody>
        </p:sp>
        <p:grpSp>
          <p:nvGrpSpPr>
            <p:cNvPr id="260" name="Group 13"/>
            <p:cNvGrpSpPr/>
            <p:nvPr/>
          </p:nvGrpSpPr>
          <p:grpSpPr>
            <a:xfrm>
              <a:off x="4788720" y="4272120"/>
              <a:ext cx="1583640" cy="1583640"/>
              <a:chOff x="4788720" y="4272120"/>
              <a:chExt cx="1583640" cy="1583640"/>
            </a:xfrm>
          </p:grpSpPr>
          <p:grpSp>
            <p:nvGrpSpPr>
              <p:cNvPr id="261" name="Group 14"/>
              <p:cNvGrpSpPr/>
              <p:nvPr/>
            </p:nvGrpSpPr>
            <p:grpSpPr>
              <a:xfrm>
                <a:off x="4788720" y="4272120"/>
                <a:ext cx="1583640" cy="1583640"/>
                <a:chOff x="4788720" y="4272120"/>
                <a:chExt cx="1583640" cy="1583640"/>
              </a:xfrm>
            </p:grpSpPr>
            <p:sp>
              <p:nvSpPr>
                <p:cNvPr id="262" name="CustomShape 15"/>
                <p:cNvSpPr/>
                <p:nvPr/>
              </p:nvSpPr>
              <p:spPr>
                <a:xfrm>
                  <a:off x="4788720" y="427212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263" name="CustomShape 16"/>
                <p:cNvSpPr/>
                <p:nvPr/>
              </p:nvSpPr>
              <p:spPr>
                <a:xfrm>
                  <a:off x="4937040" y="4327560"/>
                  <a:ext cx="1286640" cy="1379520"/>
                </a:xfrm>
                <a:prstGeom prst="rect">
                  <a:avLst/>
                </a:prstGeom>
                <a:noFill/>
                <a:ln w="0">
                  <a:noFill/>
                </a:ln>
              </p:spPr>
              <p:style>
                <a:lnRef idx="0"/>
                <a:fillRef idx="0"/>
                <a:effectRef idx="0"/>
                <a:fontRef idx="minor"/>
              </p:style>
            </p:sp>
          </p:grpSp>
          <p:sp>
            <p:nvSpPr>
              <p:cNvPr id="264" name="CustomShape 17"/>
              <p:cNvSpPr/>
              <p:nvPr/>
            </p:nvSpPr>
            <p:spPr>
              <a:xfrm>
                <a:off x="5270040" y="44751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02</a:t>
                </a:r>
                <a:endParaRPr b="0" lang="de-DE" sz="5000" spc="-1" strike="noStrike">
                  <a:latin typeface="Arial"/>
                </a:endParaRPr>
              </a:p>
            </p:txBody>
          </p:sp>
        </p:grpSp>
      </p:grpSp>
      <p:grpSp>
        <p:nvGrpSpPr>
          <p:cNvPr id="265" name="Group 18"/>
          <p:cNvGrpSpPr/>
          <p:nvPr/>
        </p:nvGrpSpPr>
        <p:grpSpPr>
          <a:xfrm>
            <a:off x="4788720" y="6856200"/>
            <a:ext cx="12470040" cy="1583640"/>
            <a:chOff x="4788720" y="6856200"/>
            <a:chExt cx="12470040" cy="1583640"/>
          </a:xfrm>
        </p:grpSpPr>
        <p:sp>
          <p:nvSpPr>
            <p:cNvPr id="266" name="CustomShape 19"/>
            <p:cNvSpPr/>
            <p:nvPr/>
          </p:nvSpPr>
          <p:spPr>
            <a:xfrm>
              <a:off x="6781680" y="7376760"/>
              <a:ext cx="10477080" cy="548280"/>
            </a:xfrm>
            <a:prstGeom prst="rect">
              <a:avLst/>
            </a:prstGeom>
            <a:noFill/>
            <a:ln w="0">
              <a:noFill/>
            </a:ln>
          </p:spPr>
          <p:style>
            <a:lnRef idx="0"/>
            <a:fillRef idx="0"/>
            <a:effectRef idx="0"/>
            <a:fontRef idx="minor"/>
          </p:style>
          <p:txBody>
            <a:bodyPr lIns="0" rIns="0" tIns="0" bIns="0">
              <a:spAutoFit/>
            </a:bodyPr>
            <a:p>
              <a:pPr>
                <a:lnSpc>
                  <a:spcPts val="4320"/>
                </a:lnSpc>
              </a:pPr>
              <a:r>
                <a:rPr b="0" lang="en-US" sz="3600" spc="-1" strike="noStrike">
                  <a:solidFill>
                    <a:srgbClr val="146a82"/>
                  </a:solidFill>
                  <a:latin typeface="Rosario Bold"/>
                  <a:ea typeface="Rosario Bold"/>
                </a:rPr>
                <a:t>Counterbalanced, Within-Subject Field Study</a:t>
              </a:r>
              <a:endParaRPr b="0" lang="de-DE" sz="3600" spc="-1" strike="noStrike">
                <a:latin typeface="Arial"/>
              </a:endParaRPr>
            </a:p>
          </p:txBody>
        </p:sp>
        <p:grpSp>
          <p:nvGrpSpPr>
            <p:cNvPr id="267" name="Group 20"/>
            <p:cNvGrpSpPr/>
            <p:nvPr/>
          </p:nvGrpSpPr>
          <p:grpSpPr>
            <a:xfrm>
              <a:off x="4788720" y="6856200"/>
              <a:ext cx="1583640" cy="1583640"/>
              <a:chOff x="4788720" y="6856200"/>
              <a:chExt cx="1583640" cy="1583640"/>
            </a:xfrm>
          </p:grpSpPr>
          <p:grpSp>
            <p:nvGrpSpPr>
              <p:cNvPr id="268" name="Group 21"/>
              <p:cNvGrpSpPr/>
              <p:nvPr/>
            </p:nvGrpSpPr>
            <p:grpSpPr>
              <a:xfrm>
                <a:off x="4788720" y="6856200"/>
                <a:ext cx="1583640" cy="1583640"/>
                <a:chOff x="4788720" y="6856200"/>
                <a:chExt cx="1583640" cy="1583640"/>
              </a:xfrm>
            </p:grpSpPr>
            <p:sp>
              <p:nvSpPr>
                <p:cNvPr id="269" name="CustomShape 22"/>
                <p:cNvSpPr/>
                <p:nvPr/>
              </p:nvSpPr>
              <p:spPr>
                <a:xfrm>
                  <a:off x="4788720" y="685620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270" name="CustomShape 23"/>
                <p:cNvSpPr/>
                <p:nvPr/>
              </p:nvSpPr>
              <p:spPr>
                <a:xfrm>
                  <a:off x="4937040" y="6912000"/>
                  <a:ext cx="1286640" cy="1379520"/>
                </a:xfrm>
                <a:prstGeom prst="rect">
                  <a:avLst/>
                </a:prstGeom>
                <a:noFill/>
                <a:ln w="0">
                  <a:noFill/>
                </a:ln>
              </p:spPr>
              <p:style>
                <a:lnRef idx="0"/>
                <a:fillRef idx="0"/>
                <a:effectRef idx="0"/>
                <a:fontRef idx="minor"/>
              </p:style>
            </p:sp>
          </p:grpSp>
          <p:sp>
            <p:nvSpPr>
              <p:cNvPr id="271" name="CustomShape 24"/>
              <p:cNvSpPr/>
              <p:nvPr/>
            </p:nvSpPr>
            <p:spPr>
              <a:xfrm>
                <a:off x="5270040" y="705924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03</a:t>
                </a:r>
                <a:endParaRPr b="0" lang="de-DE" sz="5000" spc="-1" strike="noStrike">
                  <a:latin typeface="Arial"/>
                </a:endParaRPr>
              </a:p>
            </p:txBody>
          </p:sp>
        </p:grpSp>
      </p:grpSp>
    </p:spTree>
  </p:cSld>
  <mc:AlternateContent>
    <mc:Choice Requires="p14">
      <p:transition spd="slow" p14:dur="2000"/>
    </mc:Choice>
    <mc:Fallback>
      <p:transition spd="slow"/>
    </mc:Fallback>
  </mc:AlternateContent>
  <p:timing>
    <p:tnLst>
      <p:par>
        <p:cTn id="31" dur="indefinite" restart="never" nodeType="tmRoot">
          <p:childTnLst>
            <p:seq>
              <p:cTn id="32" dur="indefinite" nodeType="mainSeq">
                <p:childTnLst>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252"/>
                                        </p:tgtEl>
                                        <p:attrNameLst>
                                          <p:attrName>style.visibility</p:attrName>
                                        </p:attrNameLst>
                                      </p:cBhvr>
                                      <p:to>
                                        <p:strVal val="visible"/>
                                      </p:to>
                                    </p:set>
                                  </p:childTnLst>
                                </p:cTn>
                              </p:par>
                              <p:par>
                                <p:cTn id="37" nodeType="withEffect" fill="hold" presetClass="entr" presetID="1">
                                  <p:stCondLst>
                                    <p:cond delay="0"/>
                                  </p:stCondLst>
                                  <p:childTnLst>
                                    <p:set>
                                      <p:cBhvr>
                                        <p:cTn id="38" dur="1" fill="hold">
                                          <p:stCondLst>
                                            <p:cond delay="0"/>
                                          </p:stCondLst>
                                        </p:cTn>
                                        <p:tgtEl>
                                          <p:spTgt spid="25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25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1f1f1"/>
        </a:solidFill>
      </p:bgPr>
    </p:bg>
    <p:spTree>
      <p:nvGrpSpPr>
        <p:cNvPr id="1" name=""/>
        <p:cNvGrpSpPr/>
        <p:nvPr/>
      </p:nvGrpSpPr>
      <p:grpSpPr>
        <a:xfrm>
          <a:off x="0" y="0"/>
          <a:ext cx="0" cy="0"/>
          <a:chOff x="0" y="0"/>
          <a:chExt cx="0" cy="0"/>
        </a:xfrm>
      </p:grpSpPr>
      <p:grpSp>
        <p:nvGrpSpPr>
          <p:cNvPr id="272" name="Group 1"/>
          <p:cNvGrpSpPr/>
          <p:nvPr/>
        </p:nvGrpSpPr>
        <p:grpSpPr>
          <a:xfrm>
            <a:off x="1028880" y="-439560"/>
            <a:ext cx="4551840" cy="11024280"/>
            <a:chOff x="1028880" y="-439560"/>
            <a:chExt cx="4551840" cy="11024280"/>
          </a:xfrm>
        </p:grpSpPr>
        <p:sp>
          <p:nvSpPr>
            <p:cNvPr id="273" name="CustomShape 2"/>
            <p:cNvSpPr/>
            <p:nvPr/>
          </p:nvSpPr>
          <p:spPr>
            <a:xfrm>
              <a:off x="1028880" y="-294840"/>
              <a:ext cx="4551840" cy="10879560"/>
            </a:xfrm>
            <a:custGeom>
              <a:avLst/>
              <a:gdLst/>
              <a:ahLst/>
              <a:rect l="l" t="t" r="r" b="b"/>
              <a:pathLst>
                <a:path w="1198892" h="2865496">
                  <a:moveTo>
                    <a:pt x="85038" y="0"/>
                  </a:moveTo>
                  <a:lnTo>
                    <a:pt x="1113855" y="0"/>
                  </a:lnTo>
                  <a:cubicBezTo>
                    <a:pt x="1136408" y="0"/>
                    <a:pt x="1158038" y="8959"/>
                    <a:pt x="1173985" y="24907"/>
                  </a:cubicBezTo>
                  <a:cubicBezTo>
                    <a:pt x="1189933" y="40855"/>
                    <a:pt x="1198892" y="62484"/>
                    <a:pt x="1198892" y="85038"/>
                  </a:cubicBezTo>
                  <a:lnTo>
                    <a:pt x="1198892" y="2780458"/>
                  </a:lnTo>
                  <a:cubicBezTo>
                    <a:pt x="1198892" y="2803011"/>
                    <a:pt x="1189933" y="2824641"/>
                    <a:pt x="1173985" y="2840589"/>
                  </a:cubicBezTo>
                  <a:cubicBezTo>
                    <a:pt x="1158038" y="2856536"/>
                    <a:pt x="1136408" y="2865496"/>
                    <a:pt x="1113855" y="2865496"/>
                  </a:cubicBezTo>
                  <a:lnTo>
                    <a:pt x="85038" y="2865496"/>
                  </a:lnTo>
                  <a:cubicBezTo>
                    <a:pt x="62484" y="2865496"/>
                    <a:pt x="40855" y="2856536"/>
                    <a:pt x="24907" y="2840589"/>
                  </a:cubicBezTo>
                  <a:cubicBezTo>
                    <a:pt x="8959" y="2824641"/>
                    <a:pt x="0" y="2803011"/>
                    <a:pt x="0" y="2780458"/>
                  </a:cubicBezTo>
                  <a:lnTo>
                    <a:pt x="0" y="85038"/>
                  </a:lnTo>
                  <a:cubicBezTo>
                    <a:pt x="0" y="62484"/>
                    <a:pt x="8959" y="40855"/>
                    <a:pt x="24907" y="24907"/>
                  </a:cubicBezTo>
                  <a:cubicBezTo>
                    <a:pt x="40855" y="8959"/>
                    <a:pt x="62484" y="0"/>
                    <a:pt x="85038" y="0"/>
                  </a:cubicBezTo>
                  <a:close/>
                </a:path>
              </a:pathLst>
            </a:custGeom>
            <a:solidFill>
              <a:srgbClr val="146a82"/>
            </a:solidFill>
            <a:ln w="0">
              <a:noFill/>
            </a:ln>
          </p:spPr>
          <p:style>
            <a:lnRef idx="0"/>
            <a:fillRef idx="0"/>
            <a:effectRef idx="0"/>
            <a:fontRef idx="minor"/>
          </p:style>
        </p:sp>
        <p:sp>
          <p:nvSpPr>
            <p:cNvPr id="274" name="CustomShape 3"/>
            <p:cNvSpPr/>
            <p:nvPr/>
          </p:nvSpPr>
          <p:spPr>
            <a:xfrm>
              <a:off x="1028880" y="-439560"/>
              <a:ext cx="4551840" cy="11024280"/>
            </a:xfrm>
            <a:prstGeom prst="rect">
              <a:avLst/>
            </a:prstGeom>
            <a:noFill/>
            <a:ln w="0">
              <a:noFill/>
            </a:ln>
          </p:spPr>
          <p:style>
            <a:lnRef idx="0"/>
            <a:fillRef idx="0"/>
            <a:effectRef idx="0"/>
            <a:fontRef idx="minor"/>
          </p:style>
        </p:sp>
      </p:grpSp>
      <p:sp>
        <p:nvSpPr>
          <p:cNvPr id="275" name="CustomShape 4"/>
          <p:cNvSpPr/>
          <p:nvPr/>
        </p:nvSpPr>
        <p:spPr>
          <a:xfrm rot="16200000">
            <a:off x="-982800" y="4510080"/>
            <a:ext cx="8229240" cy="1270080"/>
          </a:xfrm>
          <a:prstGeom prst="rect">
            <a:avLst/>
          </a:prstGeom>
          <a:noFill/>
          <a:ln w="0">
            <a:noFill/>
          </a:ln>
        </p:spPr>
        <p:style>
          <a:lnRef idx="0"/>
          <a:fillRef idx="0"/>
          <a:effectRef idx="0"/>
          <a:fontRef idx="minor"/>
        </p:style>
        <p:txBody>
          <a:bodyPr lIns="0" rIns="0" tIns="0" bIns="0">
            <a:spAutoFit/>
          </a:bodyPr>
          <a:p>
            <a:pPr algn="ctr">
              <a:lnSpc>
                <a:spcPts val="9998"/>
              </a:lnSpc>
            </a:pPr>
            <a:r>
              <a:rPr b="0" lang="en-US" sz="10000" spc="-1" strike="noStrike">
                <a:solidFill>
                  <a:srgbClr val="ffffff"/>
                </a:solidFill>
                <a:latin typeface="Do Hyeon"/>
                <a:ea typeface="Do Hyeon"/>
              </a:rPr>
              <a:t>User Study</a:t>
            </a:r>
            <a:endParaRPr b="0" lang="de-DE" sz="10000" spc="-1" strike="noStrike">
              <a:latin typeface="Arial"/>
            </a:endParaRPr>
          </a:p>
        </p:txBody>
      </p:sp>
      <p:grpSp>
        <p:nvGrpSpPr>
          <p:cNvPr id="276" name="Group 5"/>
          <p:cNvGrpSpPr/>
          <p:nvPr/>
        </p:nvGrpSpPr>
        <p:grpSpPr>
          <a:xfrm>
            <a:off x="4788720" y="1687680"/>
            <a:ext cx="12470040" cy="1583640"/>
            <a:chOff x="4788720" y="1687680"/>
            <a:chExt cx="12470040" cy="1583640"/>
          </a:xfrm>
        </p:grpSpPr>
        <p:sp>
          <p:nvSpPr>
            <p:cNvPr id="277" name="CustomShape 6"/>
            <p:cNvSpPr/>
            <p:nvPr/>
          </p:nvSpPr>
          <p:spPr>
            <a:xfrm>
              <a:off x="6781680" y="1800720"/>
              <a:ext cx="10477080" cy="1275840"/>
            </a:xfrm>
            <a:prstGeom prst="rect">
              <a:avLst/>
            </a:prstGeom>
            <a:noFill/>
            <a:ln w="0">
              <a:noFill/>
            </a:ln>
          </p:spPr>
          <p:style>
            <a:lnRef idx="0"/>
            <a:fillRef idx="0"/>
            <a:effectRef idx="0"/>
            <a:fontRef idx="minor"/>
          </p:style>
          <p:txBody>
            <a:bodyPr lIns="0" rIns="0" tIns="0" bIns="0">
              <a:spAutoFit/>
            </a:bodyPr>
            <a:p>
              <a:pPr>
                <a:lnSpc>
                  <a:spcPts val="5400"/>
                </a:lnSpc>
              </a:pPr>
              <a:r>
                <a:rPr b="0" lang="en-US" sz="3600" spc="-1" strike="noStrike">
                  <a:solidFill>
                    <a:srgbClr val="146a82"/>
                  </a:solidFill>
                  <a:latin typeface="Rosario Bold"/>
                  <a:ea typeface="Rosario Bold"/>
                </a:rPr>
                <a:t>Participation in Groups of Two</a:t>
              </a:r>
              <a:endParaRPr b="0" lang="de-DE" sz="3600" spc="-1" strike="noStrike">
                <a:latin typeface="Arial"/>
              </a:endParaRPr>
            </a:p>
            <a:p>
              <a:pPr>
                <a:lnSpc>
                  <a:spcPts val="4649"/>
                </a:lnSpc>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See each other at least twice a Week</a:t>
              </a:r>
              <a:endParaRPr b="0" lang="de-DE" sz="3100" spc="-1" strike="noStrike">
                <a:latin typeface="Arial"/>
              </a:endParaRPr>
            </a:p>
          </p:txBody>
        </p:sp>
        <p:grpSp>
          <p:nvGrpSpPr>
            <p:cNvPr id="278" name="Group 7"/>
            <p:cNvGrpSpPr/>
            <p:nvPr/>
          </p:nvGrpSpPr>
          <p:grpSpPr>
            <a:xfrm>
              <a:off x="4788720" y="1687680"/>
              <a:ext cx="1583640" cy="1583640"/>
              <a:chOff x="4788720" y="1687680"/>
              <a:chExt cx="1583640" cy="1583640"/>
            </a:xfrm>
          </p:grpSpPr>
          <p:grpSp>
            <p:nvGrpSpPr>
              <p:cNvPr id="279" name="Group 8"/>
              <p:cNvGrpSpPr/>
              <p:nvPr/>
            </p:nvGrpSpPr>
            <p:grpSpPr>
              <a:xfrm>
                <a:off x="4788720" y="1687680"/>
                <a:ext cx="1583640" cy="1583640"/>
                <a:chOff x="4788720" y="1687680"/>
                <a:chExt cx="1583640" cy="1583640"/>
              </a:xfrm>
            </p:grpSpPr>
            <p:sp>
              <p:nvSpPr>
                <p:cNvPr id="280" name="CustomShape 9"/>
                <p:cNvSpPr/>
                <p:nvPr/>
              </p:nvSpPr>
              <p:spPr>
                <a:xfrm>
                  <a:off x="4788720" y="168768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281" name="CustomShape 10"/>
                <p:cNvSpPr/>
                <p:nvPr/>
              </p:nvSpPr>
              <p:spPr>
                <a:xfrm>
                  <a:off x="4937040" y="1743480"/>
                  <a:ext cx="1286640" cy="1379520"/>
                </a:xfrm>
                <a:prstGeom prst="rect">
                  <a:avLst/>
                </a:prstGeom>
                <a:noFill/>
                <a:ln w="0">
                  <a:noFill/>
                </a:ln>
              </p:spPr>
              <p:style>
                <a:lnRef idx="0"/>
                <a:fillRef idx="0"/>
                <a:effectRef idx="0"/>
                <a:fontRef idx="minor"/>
              </p:style>
            </p:sp>
          </p:grpSp>
          <p:sp>
            <p:nvSpPr>
              <p:cNvPr id="282" name="CustomShape 11"/>
              <p:cNvSpPr/>
              <p:nvPr/>
            </p:nvSpPr>
            <p:spPr>
              <a:xfrm>
                <a:off x="5298480" y="19479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04</a:t>
                </a:r>
                <a:endParaRPr b="0" lang="de-DE" sz="5000" spc="-1" strike="noStrike">
                  <a:latin typeface="Arial"/>
                </a:endParaRPr>
              </a:p>
            </p:txBody>
          </p:sp>
        </p:grpSp>
      </p:grpSp>
      <p:grpSp>
        <p:nvGrpSpPr>
          <p:cNvPr id="283" name="Group 12"/>
          <p:cNvGrpSpPr/>
          <p:nvPr/>
        </p:nvGrpSpPr>
        <p:grpSpPr>
          <a:xfrm>
            <a:off x="4788720" y="3822840"/>
            <a:ext cx="12470040" cy="2456640"/>
            <a:chOff x="4788720" y="3822840"/>
            <a:chExt cx="12470040" cy="2456640"/>
          </a:xfrm>
        </p:grpSpPr>
        <p:sp>
          <p:nvSpPr>
            <p:cNvPr id="284" name="CustomShape 13"/>
            <p:cNvSpPr/>
            <p:nvPr/>
          </p:nvSpPr>
          <p:spPr>
            <a:xfrm>
              <a:off x="6781680" y="3822840"/>
              <a:ext cx="10477080" cy="2456640"/>
            </a:xfrm>
            <a:prstGeom prst="rect">
              <a:avLst/>
            </a:prstGeom>
            <a:noFill/>
            <a:ln w="0">
              <a:noFill/>
            </a:ln>
          </p:spPr>
          <p:style>
            <a:lnRef idx="0"/>
            <a:fillRef idx="0"/>
            <a:effectRef idx="0"/>
            <a:fontRef idx="minor"/>
          </p:style>
          <p:txBody>
            <a:bodyPr lIns="0" rIns="0" tIns="0" bIns="0">
              <a:spAutoFit/>
            </a:bodyPr>
            <a:p>
              <a:pPr>
                <a:lnSpc>
                  <a:spcPts val="5400"/>
                </a:lnSpc>
              </a:pPr>
              <a:r>
                <a:rPr b="0" lang="en-US" sz="3600" spc="-1" strike="noStrike">
                  <a:solidFill>
                    <a:srgbClr val="146a82"/>
                  </a:solidFill>
                  <a:latin typeface="Rosario Bold"/>
                  <a:ea typeface="Rosario Bold"/>
                </a:rPr>
                <a:t>20 Participants</a:t>
              </a:r>
              <a:endParaRPr b="0" lang="de-DE" sz="3600" spc="-1" strike="noStrike">
                <a:latin typeface="Arial"/>
              </a:endParaRPr>
            </a:p>
            <a:p>
              <a:pPr>
                <a:lnSpc>
                  <a:spcPts val="4649"/>
                </a:lnSpc>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10 female, 10 male</a:t>
              </a:r>
              <a:endParaRPr b="0" lang="de-DE" sz="3100" spc="-1" strike="noStrike">
                <a:latin typeface="Arial"/>
              </a:endParaRPr>
            </a:p>
            <a:p>
              <a:pPr>
                <a:lnSpc>
                  <a:spcPts val="4649"/>
                </a:lnSpc>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Age between 21-56 Years</a:t>
              </a:r>
              <a:endParaRPr b="0" lang="de-DE" sz="3100" spc="-1" strike="noStrike">
                <a:latin typeface="Arial"/>
              </a:endParaRPr>
            </a:p>
            <a:p>
              <a:pPr>
                <a:lnSpc>
                  <a:spcPts val="4649"/>
                </a:lnSpc>
              </a:pPr>
              <a:r>
                <a:rPr b="0" lang="en-US" sz="3100" spc="-1" strike="noStrike">
                  <a:solidFill>
                    <a:srgbClr val="146a82"/>
                  </a:solidFill>
                  <a:latin typeface="Rosario Bold"/>
                  <a:ea typeface="Rosario Bold"/>
                </a:rPr>
                <a:t>(mean = 31.45, SD = 8.99)</a:t>
              </a:r>
              <a:endParaRPr b="0" lang="de-DE" sz="3100" spc="-1" strike="noStrike">
                <a:latin typeface="Arial"/>
              </a:endParaRPr>
            </a:p>
          </p:txBody>
        </p:sp>
        <p:grpSp>
          <p:nvGrpSpPr>
            <p:cNvPr id="285" name="Group 14"/>
            <p:cNvGrpSpPr/>
            <p:nvPr/>
          </p:nvGrpSpPr>
          <p:grpSpPr>
            <a:xfrm>
              <a:off x="4788720" y="4272120"/>
              <a:ext cx="1583640" cy="1583640"/>
              <a:chOff x="4788720" y="4272120"/>
              <a:chExt cx="1583640" cy="1583640"/>
            </a:xfrm>
          </p:grpSpPr>
          <p:grpSp>
            <p:nvGrpSpPr>
              <p:cNvPr id="286" name="Group 15"/>
              <p:cNvGrpSpPr/>
              <p:nvPr/>
            </p:nvGrpSpPr>
            <p:grpSpPr>
              <a:xfrm>
                <a:off x="4788720" y="4272120"/>
                <a:ext cx="1583640" cy="1583640"/>
                <a:chOff x="4788720" y="4272120"/>
                <a:chExt cx="1583640" cy="1583640"/>
              </a:xfrm>
            </p:grpSpPr>
            <p:sp>
              <p:nvSpPr>
                <p:cNvPr id="287" name="CustomShape 16"/>
                <p:cNvSpPr/>
                <p:nvPr/>
              </p:nvSpPr>
              <p:spPr>
                <a:xfrm>
                  <a:off x="4788720" y="427212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288" name="CustomShape 17"/>
                <p:cNvSpPr/>
                <p:nvPr/>
              </p:nvSpPr>
              <p:spPr>
                <a:xfrm>
                  <a:off x="4937040" y="4327560"/>
                  <a:ext cx="1286640" cy="1379520"/>
                </a:xfrm>
                <a:prstGeom prst="rect">
                  <a:avLst/>
                </a:prstGeom>
                <a:noFill/>
                <a:ln w="0">
                  <a:noFill/>
                </a:ln>
              </p:spPr>
              <p:style>
                <a:lnRef idx="0"/>
                <a:fillRef idx="0"/>
                <a:effectRef idx="0"/>
                <a:fontRef idx="minor"/>
              </p:style>
            </p:sp>
          </p:grpSp>
          <p:sp>
            <p:nvSpPr>
              <p:cNvPr id="289" name="CustomShape 18"/>
              <p:cNvSpPr/>
              <p:nvPr/>
            </p:nvSpPr>
            <p:spPr>
              <a:xfrm>
                <a:off x="5270040" y="44751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05</a:t>
                </a:r>
                <a:endParaRPr b="0" lang="de-DE" sz="5000" spc="-1" strike="noStrike">
                  <a:latin typeface="Arial"/>
                </a:endParaRPr>
              </a:p>
            </p:txBody>
          </p:sp>
        </p:grpSp>
      </p:grpSp>
      <p:grpSp>
        <p:nvGrpSpPr>
          <p:cNvPr id="290" name="Group 19"/>
          <p:cNvGrpSpPr/>
          <p:nvPr/>
        </p:nvGrpSpPr>
        <p:grpSpPr>
          <a:xfrm>
            <a:off x="4788720" y="6856200"/>
            <a:ext cx="12470040" cy="1583640"/>
            <a:chOff x="4788720" y="6856200"/>
            <a:chExt cx="12470040" cy="1583640"/>
          </a:xfrm>
        </p:grpSpPr>
        <p:sp>
          <p:nvSpPr>
            <p:cNvPr id="291" name="CustomShape 20"/>
            <p:cNvSpPr/>
            <p:nvPr/>
          </p:nvSpPr>
          <p:spPr>
            <a:xfrm>
              <a:off x="6781680" y="6926400"/>
              <a:ext cx="10477080" cy="1425240"/>
            </a:xfrm>
            <a:prstGeom prst="rect">
              <a:avLst/>
            </a:prstGeom>
            <a:noFill/>
            <a:ln w="0">
              <a:noFill/>
            </a:ln>
          </p:spPr>
          <p:style>
            <a:lnRef idx="0"/>
            <a:fillRef idx="0"/>
            <a:effectRef idx="0"/>
            <a:fontRef idx="minor"/>
          </p:style>
          <p:txBody>
            <a:bodyPr lIns="0" rIns="0" tIns="0" bIns="0">
              <a:spAutoFit/>
            </a:bodyPr>
            <a:p>
              <a:pPr>
                <a:lnSpc>
                  <a:spcPts val="5400"/>
                </a:lnSpc>
                <a:spcBef>
                  <a:spcPts val="425"/>
                </a:spcBef>
              </a:pPr>
              <a:r>
                <a:rPr b="0" lang="en-US" sz="3600" spc="-1" strike="noStrike">
                  <a:solidFill>
                    <a:srgbClr val="146a82"/>
                  </a:solidFill>
                  <a:latin typeface="Rosario Bold"/>
                  <a:ea typeface="Rosario Bold"/>
                </a:rPr>
                <a:t>App that displays an Intervention </a:t>
              </a:r>
              <a:endParaRPr b="0" lang="de-DE" sz="3600" spc="-1" strike="noStrike">
                <a:latin typeface="Arial"/>
              </a:endParaRPr>
            </a:p>
            <a:p>
              <a:pPr>
                <a:lnSpc>
                  <a:spcPts val="5400"/>
                </a:lnSpc>
                <a:spcBef>
                  <a:spcPts val="425"/>
                </a:spcBef>
              </a:pPr>
              <a:r>
                <a:rPr b="0" lang="en-US" sz="3600" spc="-1" strike="noStrike">
                  <a:solidFill>
                    <a:srgbClr val="146a82"/>
                  </a:solidFill>
                  <a:latin typeface="Rosario Bold"/>
                  <a:ea typeface="Rosario Bold"/>
                </a:rPr>
                <a:t>when Smartphone is used during a Social Interaction</a:t>
              </a:r>
              <a:endParaRPr b="0" lang="de-DE" sz="3600" spc="-1" strike="noStrike">
                <a:latin typeface="Arial"/>
              </a:endParaRPr>
            </a:p>
          </p:txBody>
        </p:sp>
        <p:grpSp>
          <p:nvGrpSpPr>
            <p:cNvPr id="292" name="Group 21"/>
            <p:cNvGrpSpPr/>
            <p:nvPr/>
          </p:nvGrpSpPr>
          <p:grpSpPr>
            <a:xfrm>
              <a:off x="4788720" y="6856200"/>
              <a:ext cx="1583640" cy="1583640"/>
              <a:chOff x="4788720" y="6856200"/>
              <a:chExt cx="1583640" cy="1583640"/>
            </a:xfrm>
          </p:grpSpPr>
          <p:grpSp>
            <p:nvGrpSpPr>
              <p:cNvPr id="293" name="Group 22"/>
              <p:cNvGrpSpPr/>
              <p:nvPr/>
            </p:nvGrpSpPr>
            <p:grpSpPr>
              <a:xfrm>
                <a:off x="4788720" y="6856200"/>
                <a:ext cx="1583640" cy="1583640"/>
                <a:chOff x="4788720" y="6856200"/>
                <a:chExt cx="1583640" cy="1583640"/>
              </a:xfrm>
            </p:grpSpPr>
            <p:sp>
              <p:nvSpPr>
                <p:cNvPr id="294" name="CustomShape 23"/>
                <p:cNvSpPr/>
                <p:nvPr/>
              </p:nvSpPr>
              <p:spPr>
                <a:xfrm>
                  <a:off x="4788720" y="685620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295" name="CustomShape 24"/>
                <p:cNvSpPr/>
                <p:nvPr/>
              </p:nvSpPr>
              <p:spPr>
                <a:xfrm>
                  <a:off x="4937040" y="6912000"/>
                  <a:ext cx="1286640" cy="1379520"/>
                </a:xfrm>
                <a:prstGeom prst="rect">
                  <a:avLst/>
                </a:prstGeom>
                <a:noFill/>
                <a:ln w="0">
                  <a:noFill/>
                </a:ln>
              </p:spPr>
              <p:style>
                <a:lnRef idx="0"/>
                <a:fillRef idx="0"/>
                <a:effectRef idx="0"/>
                <a:fontRef idx="minor"/>
              </p:style>
            </p:sp>
          </p:grpSp>
          <p:sp>
            <p:nvSpPr>
              <p:cNvPr id="296" name="CustomShape 25"/>
              <p:cNvSpPr/>
              <p:nvPr/>
            </p:nvSpPr>
            <p:spPr>
              <a:xfrm>
                <a:off x="5270040" y="705924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06</a:t>
                </a:r>
                <a:endParaRPr b="0" lang="de-DE" sz="5000" spc="-1" strike="noStrike">
                  <a:latin typeface="Arial"/>
                </a:endParaRPr>
              </a:p>
            </p:txBody>
          </p:sp>
        </p:grpSp>
      </p:grpSp>
    </p:spTree>
  </p:cSld>
  <mc:AlternateContent>
    <mc:Choice Requires="p14">
      <p:transition spd="slow" p14:dur="2000"/>
    </mc:Choice>
    <mc:Fallback>
      <p:transition spd="slow"/>
    </mc:Fallback>
  </mc:AlternateContent>
  <p:timing>
    <p:tnLst>
      <p:par>
        <p:cTn id="47" dur="indefinite" restart="never" nodeType="tmRoot">
          <p:childTnLst>
            <p:seq>
              <p:cTn id="48" dur="indefinite" nodeType="mainSeq">
                <p:childTnLst>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27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28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1">
                                  <p:stCondLst>
                                    <p:cond delay="0"/>
                                  </p:stCondLst>
                                  <p:childTnLst>
                                    <p:set>
                                      <p:cBhvr>
                                        <p:cTn id="60"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6a82"/>
        </a:solidFill>
      </p:bgPr>
    </p:bg>
    <p:spTree>
      <p:nvGrpSpPr>
        <p:cNvPr id="1" name=""/>
        <p:cNvGrpSpPr/>
        <p:nvPr/>
      </p:nvGrpSpPr>
      <p:grpSpPr>
        <a:xfrm>
          <a:off x="0" y="0"/>
          <a:ext cx="0" cy="0"/>
          <a:chOff x="0" y="0"/>
          <a:chExt cx="0" cy="0"/>
        </a:xfrm>
      </p:grpSpPr>
      <p:sp>
        <p:nvSpPr>
          <p:cNvPr id="297" name="Line 1"/>
          <p:cNvSpPr/>
          <p:nvPr/>
        </p:nvSpPr>
        <p:spPr>
          <a:xfrm>
            <a:off x="8909640" y="3399120"/>
            <a:ext cx="9855720" cy="0"/>
          </a:xfrm>
          <a:prstGeom prst="line">
            <a:avLst/>
          </a:prstGeom>
          <a:ln w="38100">
            <a:solidFill>
              <a:srgbClr val="7ec6db"/>
            </a:solidFill>
            <a:round/>
            <a:headEnd len="lg" type="diamond" w="lg"/>
            <a:tailEnd len="lg" type="diamond" w="lg"/>
          </a:ln>
        </p:spPr>
        <p:style>
          <a:lnRef idx="0"/>
          <a:fillRef idx="0"/>
          <a:effectRef idx="0"/>
          <a:fontRef idx="minor"/>
        </p:style>
      </p:sp>
      <p:sp>
        <p:nvSpPr>
          <p:cNvPr id="298" name="CustomShape 2"/>
          <p:cNvSpPr/>
          <p:nvPr/>
        </p:nvSpPr>
        <p:spPr>
          <a:xfrm>
            <a:off x="8909640" y="1011600"/>
            <a:ext cx="8349120" cy="1778400"/>
          </a:xfrm>
          <a:prstGeom prst="rect">
            <a:avLst/>
          </a:prstGeom>
          <a:noFill/>
          <a:ln w="0">
            <a:noFill/>
          </a:ln>
        </p:spPr>
        <p:style>
          <a:lnRef idx="0"/>
          <a:fillRef idx="0"/>
          <a:effectRef idx="0"/>
          <a:fontRef idx="minor"/>
        </p:style>
        <p:txBody>
          <a:bodyPr lIns="0" rIns="0" tIns="0" bIns="0">
            <a:spAutoFit/>
          </a:bodyPr>
          <a:p>
            <a:pPr>
              <a:lnSpc>
                <a:spcPts val="14000"/>
              </a:lnSpc>
            </a:pPr>
            <a:r>
              <a:rPr b="0" lang="en-US" sz="10000" spc="-1" strike="noStrike">
                <a:solidFill>
                  <a:srgbClr val="f1f1f1"/>
                </a:solidFill>
                <a:latin typeface="Do Hyeon"/>
                <a:ea typeface="Do Hyeon"/>
              </a:rPr>
              <a:t>How it Works</a:t>
            </a:r>
            <a:endParaRPr b="0" lang="de-DE" sz="10000" spc="-1" strike="noStrike">
              <a:latin typeface="Arial"/>
            </a:endParaRPr>
          </a:p>
        </p:txBody>
      </p:sp>
      <p:sp>
        <p:nvSpPr>
          <p:cNvPr id="299" name="CustomShape 3"/>
          <p:cNvSpPr/>
          <p:nvPr/>
        </p:nvSpPr>
        <p:spPr>
          <a:xfrm>
            <a:off x="8909640" y="4077360"/>
            <a:ext cx="8349120" cy="5790600"/>
          </a:xfrm>
          <a:prstGeom prst="rect">
            <a:avLst/>
          </a:prstGeom>
          <a:noFill/>
          <a:ln w="0">
            <a:noFill/>
          </a:ln>
        </p:spPr>
        <p:style>
          <a:lnRef idx="0"/>
          <a:fillRef idx="0"/>
          <a:effectRef idx="0"/>
          <a:fontRef idx="minor"/>
        </p:style>
        <p:txBody>
          <a:bodyPr lIns="0" rIns="0" tIns="0" bIns="0">
            <a:spAutoFit/>
          </a:bodyPr>
          <a:p>
            <a:pPr>
              <a:lnSpc>
                <a:spcPts val="5250"/>
              </a:lnSpc>
            </a:pPr>
            <a:r>
              <a:rPr b="1" lang="en-US" sz="3500" spc="-1" strike="noStrike">
                <a:solidFill>
                  <a:srgbClr val="f1f1f1"/>
                </a:solidFill>
                <a:latin typeface="Rosario"/>
                <a:ea typeface="Rosario"/>
              </a:rPr>
              <a:t>→ </a:t>
            </a:r>
            <a:r>
              <a:rPr b="1" lang="en-US" sz="3500" spc="-1" strike="noStrike">
                <a:solidFill>
                  <a:srgbClr val="f1f1f1"/>
                </a:solidFill>
                <a:latin typeface="Rosario bold"/>
                <a:ea typeface="Rosario"/>
              </a:rPr>
              <a:t>App</a:t>
            </a:r>
            <a:r>
              <a:rPr b="1" lang="en-US" sz="3500" spc="-1" strike="noStrike">
                <a:solidFill>
                  <a:srgbClr val="f1f1f1"/>
                </a:solidFill>
                <a:latin typeface="Rosario"/>
                <a:ea typeface="Rosario"/>
              </a:rPr>
              <a:t>-Service </a:t>
            </a:r>
            <a:r>
              <a:rPr b="1" lang="en-US" sz="3500" spc="-1" strike="noStrike">
                <a:solidFill>
                  <a:srgbClr val="f1f1f1"/>
                </a:solidFill>
                <a:latin typeface="Rosario Italics"/>
                <a:ea typeface="Rosario Italics"/>
              </a:rPr>
              <a:t>runs in the background </a:t>
            </a:r>
            <a:endParaRPr b="0" lang="de-DE" sz="3500" spc="-1" strike="noStrike">
              <a:latin typeface="Arial"/>
            </a:endParaRPr>
          </a:p>
          <a:p>
            <a:pPr>
              <a:lnSpc>
                <a:spcPts val="5250"/>
              </a:lnSpc>
            </a:pPr>
            <a:endParaRPr b="0" lang="de-DE" sz="3500" spc="-1" strike="noStrike">
              <a:latin typeface="Arial"/>
            </a:endParaRPr>
          </a:p>
          <a:p>
            <a:pPr>
              <a:lnSpc>
                <a:spcPts val="5250"/>
              </a:lnSpc>
            </a:pPr>
            <a:r>
              <a:rPr b="1" lang="en-US" sz="3500" spc="-1" strike="noStrike">
                <a:solidFill>
                  <a:srgbClr val="f1f1f1"/>
                </a:solidFill>
                <a:latin typeface="Rosario"/>
                <a:ea typeface="Rosario"/>
              </a:rPr>
              <a:t>→ </a:t>
            </a:r>
            <a:r>
              <a:rPr b="1" lang="en-US" sz="3500" spc="-1" strike="noStrike">
                <a:solidFill>
                  <a:srgbClr val="f1f1f1"/>
                </a:solidFill>
                <a:latin typeface="Rosario Italics"/>
                <a:ea typeface="Rosario Italics"/>
              </a:rPr>
              <a:t>Sends Beacon</a:t>
            </a:r>
            <a:r>
              <a:rPr b="1" lang="en-US" sz="3500" spc="-1" strike="noStrike">
                <a:solidFill>
                  <a:srgbClr val="f1f1f1"/>
                </a:solidFill>
                <a:latin typeface="Rosario"/>
                <a:ea typeface="Rosario"/>
              </a:rPr>
              <a:t> via BLE </a:t>
            </a:r>
            <a:endParaRPr b="0" lang="de-DE" sz="3500" spc="-1" strike="noStrike">
              <a:latin typeface="Arial"/>
            </a:endParaRPr>
          </a:p>
          <a:p>
            <a:pPr>
              <a:lnSpc>
                <a:spcPts val="5250"/>
              </a:lnSpc>
            </a:pPr>
            <a:endParaRPr b="0" lang="de-DE" sz="3500" spc="-1" strike="noStrike">
              <a:latin typeface="Arial"/>
            </a:endParaRPr>
          </a:p>
          <a:p>
            <a:pPr>
              <a:lnSpc>
                <a:spcPts val="5250"/>
              </a:lnSpc>
            </a:pPr>
            <a:r>
              <a:rPr b="1" lang="en-US" sz="3500" spc="-1" strike="noStrike">
                <a:solidFill>
                  <a:srgbClr val="f1f1f1"/>
                </a:solidFill>
                <a:latin typeface="Rosario"/>
                <a:ea typeface="Rosario"/>
              </a:rPr>
              <a:t>→ </a:t>
            </a:r>
            <a:r>
              <a:rPr b="1" lang="en-US" sz="3500" spc="-1" strike="noStrike">
                <a:solidFill>
                  <a:srgbClr val="f1f1f1"/>
                </a:solidFill>
                <a:latin typeface="Rosario Italics"/>
                <a:ea typeface="Rosario Italics"/>
              </a:rPr>
              <a:t>Scans for Beacons</a:t>
            </a:r>
            <a:r>
              <a:rPr b="1" lang="en-US" sz="3500" spc="-1" strike="noStrike">
                <a:solidFill>
                  <a:srgbClr val="f1f1f1"/>
                </a:solidFill>
                <a:latin typeface="Rosario"/>
                <a:ea typeface="Rosario"/>
              </a:rPr>
              <a:t> within a radius of 3.6 m (social distance)</a:t>
            </a:r>
            <a:endParaRPr b="0" lang="de-DE" sz="3500" spc="-1" strike="noStrike">
              <a:latin typeface="Arial"/>
            </a:endParaRPr>
          </a:p>
          <a:p>
            <a:pPr>
              <a:lnSpc>
                <a:spcPts val="3600"/>
              </a:lnSpc>
            </a:pPr>
            <a:r>
              <a:rPr b="0" lang="en-US" sz="2400" spc="-1" strike="noStrike">
                <a:solidFill>
                  <a:srgbClr val="7ec6db"/>
                </a:solidFill>
                <a:latin typeface="Rosario"/>
                <a:ea typeface="Rosario"/>
              </a:rPr>
              <a:t>[Hall, 1966]</a:t>
            </a:r>
            <a:endParaRPr b="0" lang="de-DE" sz="2400" spc="-1" strike="noStrike">
              <a:latin typeface="Arial"/>
            </a:endParaRPr>
          </a:p>
          <a:p>
            <a:pPr>
              <a:lnSpc>
                <a:spcPts val="5250"/>
              </a:lnSpc>
            </a:pPr>
            <a:endParaRPr b="0" lang="de-DE" sz="2400" spc="-1" strike="noStrike">
              <a:latin typeface="Arial"/>
            </a:endParaRPr>
          </a:p>
          <a:p>
            <a:pPr>
              <a:lnSpc>
                <a:spcPts val="5250"/>
              </a:lnSpc>
            </a:pPr>
            <a:endParaRPr b="0" lang="de-DE" sz="2400" spc="-1" strike="noStrike">
              <a:latin typeface="Arial"/>
            </a:endParaRPr>
          </a:p>
        </p:txBody>
      </p:sp>
      <p:pic>
        <p:nvPicPr>
          <p:cNvPr id="300" name="" descr=""/>
          <p:cNvPicPr/>
          <p:nvPr/>
        </p:nvPicPr>
        <p:blipFill>
          <a:blip r:embed="rId1"/>
          <a:stretch/>
        </p:blipFill>
        <p:spPr>
          <a:xfrm>
            <a:off x="1028160" y="1620000"/>
            <a:ext cx="7071840" cy="707184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6a82"/>
        </a:solidFill>
      </p:bgPr>
    </p:bg>
    <p:spTree>
      <p:nvGrpSpPr>
        <p:cNvPr id="1" name=""/>
        <p:cNvGrpSpPr/>
        <p:nvPr/>
      </p:nvGrpSpPr>
      <p:grpSpPr>
        <a:xfrm>
          <a:off x="0" y="0"/>
          <a:ext cx="0" cy="0"/>
          <a:chOff x="0" y="0"/>
          <a:chExt cx="0" cy="0"/>
        </a:xfrm>
      </p:grpSpPr>
      <p:sp>
        <p:nvSpPr>
          <p:cNvPr id="301" name="Line 1"/>
          <p:cNvSpPr/>
          <p:nvPr/>
        </p:nvSpPr>
        <p:spPr>
          <a:xfrm>
            <a:off x="15840000" y="9016200"/>
            <a:ext cx="3428640" cy="0"/>
          </a:xfrm>
          <a:prstGeom prst="line">
            <a:avLst/>
          </a:prstGeom>
          <a:ln w="38100">
            <a:solidFill>
              <a:srgbClr val="7ec6db"/>
            </a:solidFill>
            <a:round/>
            <a:headEnd len="lg" type="diamond" w="lg"/>
            <a:tailEnd len="lg" type="diamond" w="lg"/>
          </a:ln>
        </p:spPr>
        <p:style>
          <a:lnRef idx="0"/>
          <a:fillRef idx="0"/>
          <a:effectRef idx="0"/>
          <a:fontRef idx="minor"/>
        </p:style>
      </p:sp>
      <p:sp>
        <p:nvSpPr>
          <p:cNvPr id="302" name="Line 2"/>
          <p:cNvSpPr/>
          <p:nvPr/>
        </p:nvSpPr>
        <p:spPr>
          <a:xfrm>
            <a:off x="-6235920" y="3399120"/>
            <a:ext cx="9295920" cy="0"/>
          </a:xfrm>
          <a:prstGeom prst="line">
            <a:avLst/>
          </a:prstGeom>
          <a:ln w="38100">
            <a:solidFill>
              <a:srgbClr val="7ec6db"/>
            </a:solidFill>
            <a:round/>
            <a:headEnd len="lg" type="diamond" w="lg"/>
            <a:tailEnd len="lg" type="diamond" w="lg"/>
          </a:ln>
        </p:spPr>
        <p:style>
          <a:lnRef idx="0"/>
          <a:fillRef idx="0"/>
          <a:effectRef idx="0"/>
          <a:fontRef idx="minor"/>
        </p:style>
      </p:sp>
      <p:sp>
        <p:nvSpPr>
          <p:cNvPr id="303" name="CustomShape 3"/>
          <p:cNvSpPr/>
          <p:nvPr/>
        </p:nvSpPr>
        <p:spPr>
          <a:xfrm>
            <a:off x="3240000" y="8724600"/>
            <a:ext cx="12418200" cy="1067400"/>
          </a:xfrm>
          <a:prstGeom prst="rect">
            <a:avLst/>
          </a:prstGeom>
          <a:noFill/>
          <a:ln w="0">
            <a:noFill/>
          </a:ln>
        </p:spPr>
        <p:style>
          <a:lnRef idx="0"/>
          <a:fillRef idx="0"/>
          <a:effectRef idx="0"/>
          <a:fontRef idx="minor"/>
        </p:style>
        <p:txBody>
          <a:bodyPr lIns="0" rIns="0" tIns="0" bIns="0">
            <a:spAutoFit/>
          </a:bodyPr>
          <a:p>
            <a:pPr>
              <a:lnSpc>
                <a:spcPts val="4201"/>
              </a:lnSpc>
            </a:pPr>
            <a:r>
              <a:rPr b="1" lang="en-US" sz="3500" spc="-1" strike="noStrike">
                <a:solidFill>
                  <a:srgbClr val="f1f1f1"/>
                </a:solidFill>
                <a:latin typeface="Rosario"/>
                <a:ea typeface="Rosario"/>
              </a:rPr>
              <a:t>→ </a:t>
            </a:r>
            <a:r>
              <a:rPr b="1" lang="en-US" sz="3500" spc="-1" strike="noStrike">
                <a:solidFill>
                  <a:srgbClr val="f1f1f1"/>
                </a:solidFill>
                <a:latin typeface="Rosario Italics"/>
                <a:ea typeface="Rosario Italics"/>
              </a:rPr>
              <a:t>Detects other Beacon</a:t>
            </a:r>
            <a:r>
              <a:rPr b="1" lang="en-US" sz="3500" spc="-1" strike="noStrike">
                <a:solidFill>
                  <a:srgbClr val="f1f1f1"/>
                </a:solidFill>
                <a:latin typeface="Rosario"/>
                <a:ea typeface="Rosario"/>
              </a:rPr>
              <a:t> and </a:t>
            </a:r>
            <a:r>
              <a:rPr b="1" lang="en-US" sz="3500" spc="-1" strike="noStrike">
                <a:solidFill>
                  <a:srgbClr val="f1f1f1"/>
                </a:solidFill>
                <a:latin typeface="Rosario Italics"/>
                <a:ea typeface="Rosario Italics"/>
              </a:rPr>
              <a:t>registers a social interaction</a:t>
            </a:r>
            <a:endParaRPr b="0" lang="de-DE" sz="3500" spc="-1" strike="noStrike">
              <a:latin typeface="Arial"/>
            </a:endParaRPr>
          </a:p>
          <a:p>
            <a:pPr>
              <a:lnSpc>
                <a:spcPts val="4201"/>
              </a:lnSpc>
            </a:pPr>
            <a:endParaRPr b="0" lang="de-DE" sz="3500" spc="-1" strike="noStrike">
              <a:latin typeface="Arial"/>
            </a:endParaRPr>
          </a:p>
        </p:txBody>
      </p:sp>
      <p:pic>
        <p:nvPicPr>
          <p:cNvPr id="304" name="" descr=""/>
          <p:cNvPicPr/>
          <p:nvPr/>
        </p:nvPicPr>
        <p:blipFill>
          <a:blip r:embed="rId1"/>
          <a:stretch/>
        </p:blipFill>
        <p:spPr>
          <a:xfrm>
            <a:off x="4037760" y="1905480"/>
            <a:ext cx="11082240" cy="67345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6a82"/>
        </a:solidFill>
      </p:bgPr>
    </p:bg>
    <p:spTree>
      <p:nvGrpSpPr>
        <p:cNvPr id="1" name=""/>
        <p:cNvGrpSpPr/>
        <p:nvPr/>
      </p:nvGrpSpPr>
      <p:grpSpPr>
        <a:xfrm>
          <a:off x="0" y="0"/>
          <a:ext cx="0" cy="0"/>
          <a:chOff x="0" y="0"/>
          <a:chExt cx="0" cy="0"/>
        </a:xfrm>
      </p:grpSpPr>
      <p:grpSp>
        <p:nvGrpSpPr>
          <p:cNvPr id="305" name="Group 1"/>
          <p:cNvGrpSpPr/>
          <p:nvPr/>
        </p:nvGrpSpPr>
        <p:grpSpPr>
          <a:xfrm>
            <a:off x="3146040" y="6152040"/>
            <a:ext cx="1932480" cy="1932120"/>
            <a:chOff x="3146040" y="6152040"/>
            <a:chExt cx="1932480" cy="1932120"/>
          </a:xfrm>
        </p:grpSpPr>
        <p:grpSp>
          <p:nvGrpSpPr>
            <p:cNvPr id="306" name="Group 2"/>
            <p:cNvGrpSpPr/>
            <p:nvPr/>
          </p:nvGrpSpPr>
          <p:grpSpPr>
            <a:xfrm>
              <a:off x="3275280" y="6589080"/>
              <a:ext cx="1674000" cy="1058400"/>
              <a:chOff x="3275280" y="6589080"/>
              <a:chExt cx="1674000" cy="1058400"/>
            </a:xfrm>
          </p:grpSpPr>
          <p:sp>
            <p:nvSpPr>
              <p:cNvPr id="307" name="CustomShape 3"/>
              <p:cNvSpPr/>
              <p:nvPr/>
            </p:nvSpPr>
            <p:spPr>
              <a:xfrm rot="5400000">
                <a:off x="3583080" y="6281280"/>
                <a:ext cx="1058400" cy="16740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08" name="CustomShape 4"/>
              <p:cNvSpPr/>
              <p:nvPr/>
            </p:nvSpPr>
            <p:spPr>
              <a:xfrm rot="5400000">
                <a:off x="3724200" y="6395760"/>
                <a:ext cx="860040" cy="1444320"/>
              </a:xfrm>
              <a:prstGeom prst="rect">
                <a:avLst/>
              </a:prstGeom>
              <a:noFill/>
              <a:ln w="0">
                <a:noFill/>
              </a:ln>
            </p:spPr>
            <p:style>
              <a:lnRef idx="0"/>
              <a:fillRef idx="0"/>
              <a:effectRef idx="0"/>
              <a:fontRef idx="minor"/>
            </p:style>
          </p:sp>
        </p:grpSp>
        <p:grpSp>
          <p:nvGrpSpPr>
            <p:cNvPr id="309" name="Group 5"/>
            <p:cNvGrpSpPr/>
            <p:nvPr/>
          </p:nvGrpSpPr>
          <p:grpSpPr>
            <a:xfrm>
              <a:off x="3582720" y="6281280"/>
              <a:ext cx="1058400" cy="1674000"/>
              <a:chOff x="3582720" y="6281280"/>
              <a:chExt cx="1058400" cy="1674000"/>
            </a:xfrm>
          </p:grpSpPr>
          <p:sp>
            <p:nvSpPr>
              <p:cNvPr id="310" name="CustomShape 6"/>
              <p:cNvSpPr/>
              <p:nvPr/>
            </p:nvSpPr>
            <p:spPr>
              <a:xfrm>
                <a:off x="3582720" y="6281280"/>
                <a:ext cx="1058400" cy="16740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11" name="CustomShape 7"/>
              <p:cNvSpPr/>
              <p:nvPr/>
            </p:nvSpPr>
            <p:spPr>
              <a:xfrm>
                <a:off x="3682080" y="6354000"/>
                <a:ext cx="860040" cy="1444320"/>
              </a:xfrm>
              <a:prstGeom prst="rect">
                <a:avLst/>
              </a:prstGeom>
              <a:noFill/>
              <a:ln w="0">
                <a:noFill/>
              </a:ln>
            </p:spPr>
            <p:style>
              <a:lnRef idx="0"/>
              <a:fillRef idx="0"/>
              <a:effectRef idx="0"/>
              <a:fontRef idx="minor"/>
            </p:style>
          </p:sp>
        </p:grpSp>
        <p:grpSp>
          <p:nvGrpSpPr>
            <p:cNvPr id="312" name="Group 8"/>
            <p:cNvGrpSpPr/>
            <p:nvPr/>
          </p:nvGrpSpPr>
          <p:grpSpPr>
            <a:xfrm>
              <a:off x="3146400" y="6152040"/>
              <a:ext cx="1932120" cy="1932120"/>
              <a:chOff x="3146400" y="6152040"/>
              <a:chExt cx="1932120" cy="1932120"/>
            </a:xfrm>
          </p:grpSpPr>
          <p:sp>
            <p:nvSpPr>
              <p:cNvPr id="313" name="CustomShape 9"/>
              <p:cNvSpPr/>
              <p:nvPr/>
            </p:nvSpPr>
            <p:spPr>
              <a:xfrm rot="8100000">
                <a:off x="3583080" y="6280920"/>
                <a:ext cx="1058400" cy="16740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14" name="CustomShape 10"/>
              <p:cNvSpPr/>
              <p:nvPr/>
            </p:nvSpPr>
            <p:spPr>
              <a:xfrm rot="8100000">
                <a:off x="3711960" y="6426000"/>
                <a:ext cx="860040" cy="1444320"/>
              </a:xfrm>
              <a:prstGeom prst="rect">
                <a:avLst/>
              </a:prstGeom>
              <a:noFill/>
              <a:ln w="0">
                <a:noFill/>
              </a:ln>
            </p:spPr>
            <p:style>
              <a:lnRef idx="0"/>
              <a:fillRef idx="0"/>
              <a:effectRef idx="0"/>
              <a:fontRef idx="minor"/>
            </p:style>
          </p:sp>
        </p:grpSp>
        <p:grpSp>
          <p:nvGrpSpPr>
            <p:cNvPr id="315" name="Group 11"/>
            <p:cNvGrpSpPr/>
            <p:nvPr/>
          </p:nvGrpSpPr>
          <p:grpSpPr>
            <a:xfrm>
              <a:off x="3146040" y="6152040"/>
              <a:ext cx="1932120" cy="1932120"/>
              <a:chOff x="3146040" y="6152040"/>
              <a:chExt cx="1932120" cy="1932120"/>
            </a:xfrm>
          </p:grpSpPr>
          <p:sp>
            <p:nvSpPr>
              <p:cNvPr id="316" name="CustomShape 12"/>
              <p:cNvSpPr/>
              <p:nvPr/>
            </p:nvSpPr>
            <p:spPr>
              <a:xfrm rot="2700000">
                <a:off x="3582720" y="6280920"/>
                <a:ext cx="1058400" cy="167400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17" name="CustomShape 13"/>
              <p:cNvSpPr/>
              <p:nvPr/>
            </p:nvSpPr>
            <p:spPr>
              <a:xfrm rot="2700000">
                <a:off x="3711600" y="6366240"/>
                <a:ext cx="860040" cy="1444320"/>
              </a:xfrm>
              <a:prstGeom prst="rect">
                <a:avLst/>
              </a:prstGeom>
              <a:noFill/>
              <a:ln w="0">
                <a:noFill/>
              </a:ln>
            </p:spPr>
            <p:style>
              <a:lnRef idx="0"/>
              <a:fillRef idx="0"/>
              <a:effectRef idx="0"/>
              <a:fontRef idx="minor"/>
            </p:style>
          </p:sp>
        </p:grpSp>
      </p:grpSp>
      <p:grpSp>
        <p:nvGrpSpPr>
          <p:cNvPr id="318" name="Group 14"/>
          <p:cNvGrpSpPr/>
          <p:nvPr/>
        </p:nvGrpSpPr>
        <p:grpSpPr>
          <a:xfrm>
            <a:off x="1029960" y="7243920"/>
            <a:ext cx="1351800" cy="1352160"/>
            <a:chOff x="1029960" y="7243920"/>
            <a:chExt cx="1351800" cy="1352160"/>
          </a:xfrm>
        </p:grpSpPr>
        <p:grpSp>
          <p:nvGrpSpPr>
            <p:cNvPr id="319" name="Group 15"/>
            <p:cNvGrpSpPr/>
            <p:nvPr/>
          </p:nvGrpSpPr>
          <p:grpSpPr>
            <a:xfrm>
              <a:off x="1120320" y="7549560"/>
              <a:ext cx="1171080" cy="740520"/>
              <a:chOff x="1120320" y="7549560"/>
              <a:chExt cx="1171080" cy="740520"/>
            </a:xfrm>
          </p:grpSpPr>
          <p:sp>
            <p:nvSpPr>
              <p:cNvPr id="320" name="CustomShape 16"/>
              <p:cNvSpPr/>
              <p:nvPr/>
            </p:nvSpPr>
            <p:spPr>
              <a:xfrm rot="5400000">
                <a:off x="1335600" y="7334280"/>
                <a:ext cx="740520" cy="11710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21" name="CustomShape 17"/>
              <p:cNvSpPr/>
              <p:nvPr/>
            </p:nvSpPr>
            <p:spPr>
              <a:xfrm rot="5400000">
                <a:off x="1434240" y="7414560"/>
                <a:ext cx="601560" cy="1010160"/>
              </a:xfrm>
              <a:prstGeom prst="rect">
                <a:avLst/>
              </a:prstGeom>
              <a:noFill/>
              <a:ln w="0">
                <a:noFill/>
              </a:ln>
            </p:spPr>
            <p:style>
              <a:lnRef idx="0"/>
              <a:fillRef idx="0"/>
              <a:effectRef idx="0"/>
              <a:fontRef idx="minor"/>
            </p:style>
          </p:sp>
        </p:grpSp>
        <p:grpSp>
          <p:nvGrpSpPr>
            <p:cNvPr id="322" name="Group 18"/>
            <p:cNvGrpSpPr/>
            <p:nvPr/>
          </p:nvGrpSpPr>
          <p:grpSpPr>
            <a:xfrm>
              <a:off x="1335240" y="7334280"/>
              <a:ext cx="740520" cy="1171080"/>
              <a:chOff x="1335240" y="7334280"/>
              <a:chExt cx="740520" cy="1171080"/>
            </a:xfrm>
          </p:grpSpPr>
          <p:sp>
            <p:nvSpPr>
              <p:cNvPr id="323" name="CustomShape 19"/>
              <p:cNvSpPr/>
              <p:nvPr/>
            </p:nvSpPr>
            <p:spPr>
              <a:xfrm>
                <a:off x="1335240" y="7334280"/>
                <a:ext cx="740520" cy="11710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24" name="CustomShape 20"/>
              <p:cNvSpPr/>
              <p:nvPr/>
            </p:nvSpPr>
            <p:spPr>
              <a:xfrm>
                <a:off x="1404720" y="7385400"/>
                <a:ext cx="601560" cy="1010160"/>
              </a:xfrm>
              <a:prstGeom prst="rect">
                <a:avLst/>
              </a:prstGeom>
              <a:noFill/>
              <a:ln w="0">
                <a:noFill/>
              </a:ln>
            </p:spPr>
            <p:style>
              <a:lnRef idx="0"/>
              <a:fillRef idx="0"/>
              <a:effectRef idx="0"/>
              <a:fontRef idx="minor"/>
            </p:style>
          </p:sp>
        </p:grpSp>
        <p:grpSp>
          <p:nvGrpSpPr>
            <p:cNvPr id="325" name="Group 21"/>
            <p:cNvGrpSpPr/>
            <p:nvPr/>
          </p:nvGrpSpPr>
          <p:grpSpPr>
            <a:xfrm>
              <a:off x="1029960" y="7244280"/>
              <a:ext cx="1351800" cy="1351800"/>
              <a:chOff x="1029960" y="7244280"/>
              <a:chExt cx="1351800" cy="1351800"/>
            </a:xfrm>
          </p:grpSpPr>
          <p:sp>
            <p:nvSpPr>
              <p:cNvPr id="326" name="CustomShape 22"/>
              <p:cNvSpPr/>
              <p:nvPr/>
            </p:nvSpPr>
            <p:spPr>
              <a:xfrm rot="8100000">
                <a:off x="1335600" y="7334280"/>
                <a:ext cx="740520" cy="11710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27" name="CustomShape 23"/>
              <p:cNvSpPr/>
              <p:nvPr/>
            </p:nvSpPr>
            <p:spPr>
              <a:xfrm rot="8100000">
                <a:off x="1425600" y="7435440"/>
                <a:ext cx="601560" cy="1010160"/>
              </a:xfrm>
              <a:prstGeom prst="rect">
                <a:avLst/>
              </a:prstGeom>
              <a:noFill/>
              <a:ln w="0">
                <a:noFill/>
              </a:ln>
            </p:spPr>
            <p:style>
              <a:lnRef idx="0"/>
              <a:fillRef idx="0"/>
              <a:effectRef idx="0"/>
              <a:fontRef idx="minor"/>
            </p:style>
          </p:sp>
        </p:grpSp>
        <p:grpSp>
          <p:nvGrpSpPr>
            <p:cNvPr id="328" name="Group 24"/>
            <p:cNvGrpSpPr/>
            <p:nvPr/>
          </p:nvGrpSpPr>
          <p:grpSpPr>
            <a:xfrm>
              <a:off x="1029960" y="7243920"/>
              <a:ext cx="1351800" cy="1351800"/>
              <a:chOff x="1029960" y="7243920"/>
              <a:chExt cx="1351800" cy="1351800"/>
            </a:xfrm>
          </p:grpSpPr>
          <p:sp>
            <p:nvSpPr>
              <p:cNvPr id="329" name="CustomShape 25"/>
              <p:cNvSpPr/>
              <p:nvPr/>
            </p:nvSpPr>
            <p:spPr>
              <a:xfrm rot="2700000">
                <a:off x="1335240" y="7333920"/>
                <a:ext cx="740520" cy="11710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30" name="CustomShape 26"/>
              <p:cNvSpPr/>
              <p:nvPr/>
            </p:nvSpPr>
            <p:spPr>
              <a:xfrm rot="2700000">
                <a:off x="1425600" y="7393680"/>
                <a:ext cx="601560" cy="1010160"/>
              </a:xfrm>
              <a:prstGeom prst="rect">
                <a:avLst/>
              </a:prstGeom>
              <a:noFill/>
              <a:ln w="0">
                <a:noFill/>
              </a:ln>
            </p:spPr>
            <p:style>
              <a:lnRef idx="0"/>
              <a:fillRef idx="0"/>
              <a:effectRef idx="0"/>
              <a:fontRef idx="minor"/>
            </p:style>
          </p:sp>
        </p:grpSp>
      </p:grpSp>
      <p:grpSp>
        <p:nvGrpSpPr>
          <p:cNvPr id="331" name="Group 27"/>
          <p:cNvGrpSpPr/>
          <p:nvPr/>
        </p:nvGrpSpPr>
        <p:grpSpPr>
          <a:xfrm>
            <a:off x="14262120" y="-1014120"/>
            <a:ext cx="4962600" cy="4962960"/>
            <a:chOff x="14262120" y="-1014120"/>
            <a:chExt cx="4962600" cy="4962960"/>
          </a:xfrm>
        </p:grpSpPr>
        <p:grpSp>
          <p:nvGrpSpPr>
            <p:cNvPr id="332" name="Group 28"/>
            <p:cNvGrpSpPr/>
            <p:nvPr/>
          </p:nvGrpSpPr>
          <p:grpSpPr>
            <a:xfrm>
              <a:off x="14594040" y="108000"/>
              <a:ext cx="4299120" cy="2719080"/>
              <a:chOff x="14594040" y="108000"/>
              <a:chExt cx="4299120" cy="2719080"/>
            </a:xfrm>
          </p:grpSpPr>
          <p:sp>
            <p:nvSpPr>
              <p:cNvPr id="333" name="CustomShape 29"/>
              <p:cNvSpPr/>
              <p:nvPr/>
            </p:nvSpPr>
            <p:spPr>
              <a:xfrm rot="5400000">
                <a:off x="15383880" y="-681840"/>
                <a:ext cx="2719080" cy="42991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34" name="CustomShape 30"/>
              <p:cNvSpPr/>
              <p:nvPr/>
            </p:nvSpPr>
            <p:spPr>
              <a:xfrm rot="5400000">
                <a:off x="15747120" y="-387360"/>
                <a:ext cx="2208960" cy="3709440"/>
              </a:xfrm>
              <a:prstGeom prst="rect">
                <a:avLst/>
              </a:prstGeom>
              <a:noFill/>
              <a:ln w="0">
                <a:noFill/>
              </a:ln>
            </p:spPr>
            <p:style>
              <a:lnRef idx="0"/>
              <a:fillRef idx="0"/>
              <a:effectRef idx="0"/>
              <a:fontRef idx="minor"/>
            </p:style>
          </p:sp>
        </p:grpSp>
        <p:grpSp>
          <p:nvGrpSpPr>
            <p:cNvPr id="335" name="Group 31"/>
            <p:cNvGrpSpPr/>
            <p:nvPr/>
          </p:nvGrpSpPr>
          <p:grpSpPr>
            <a:xfrm>
              <a:off x="15383520" y="-682200"/>
              <a:ext cx="2719080" cy="4299120"/>
              <a:chOff x="15383520" y="-682200"/>
              <a:chExt cx="2719080" cy="4299120"/>
            </a:xfrm>
          </p:grpSpPr>
          <p:sp>
            <p:nvSpPr>
              <p:cNvPr id="336" name="CustomShape 32"/>
              <p:cNvSpPr/>
              <p:nvPr/>
            </p:nvSpPr>
            <p:spPr>
              <a:xfrm>
                <a:off x="15383520" y="-682200"/>
                <a:ext cx="2719080" cy="42991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37" name="CustomShape 33"/>
              <p:cNvSpPr/>
              <p:nvPr/>
            </p:nvSpPr>
            <p:spPr>
              <a:xfrm>
                <a:off x="15638400" y="-495360"/>
                <a:ext cx="2208960" cy="3709440"/>
              </a:xfrm>
              <a:prstGeom prst="rect">
                <a:avLst/>
              </a:prstGeom>
              <a:noFill/>
              <a:ln w="0">
                <a:noFill/>
              </a:ln>
            </p:spPr>
            <p:style>
              <a:lnRef idx="0"/>
              <a:fillRef idx="0"/>
              <a:effectRef idx="0"/>
              <a:fontRef idx="minor"/>
            </p:style>
          </p:sp>
        </p:grpSp>
        <p:grpSp>
          <p:nvGrpSpPr>
            <p:cNvPr id="338" name="Group 34"/>
            <p:cNvGrpSpPr/>
            <p:nvPr/>
          </p:nvGrpSpPr>
          <p:grpSpPr>
            <a:xfrm>
              <a:off x="14262120" y="-1013760"/>
              <a:ext cx="4962600" cy="4962600"/>
              <a:chOff x="14262120" y="-1013760"/>
              <a:chExt cx="4962600" cy="4962600"/>
            </a:xfrm>
          </p:grpSpPr>
          <p:sp>
            <p:nvSpPr>
              <p:cNvPr id="339" name="CustomShape 35"/>
              <p:cNvSpPr/>
              <p:nvPr/>
            </p:nvSpPr>
            <p:spPr>
              <a:xfrm rot="8100000">
                <a:off x="15383520" y="-681840"/>
                <a:ext cx="2719080" cy="42991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40" name="CustomShape 36"/>
              <p:cNvSpPr/>
              <p:nvPr/>
            </p:nvSpPr>
            <p:spPr>
              <a:xfrm rot="8100000">
                <a:off x="15715080" y="-310680"/>
                <a:ext cx="2208960" cy="3709440"/>
              </a:xfrm>
              <a:prstGeom prst="rect">
                <a:avLst/>
              </a:prstGeom>
              <a:noFill/>
              <a:ln w="0">
                <a:noFill/>
              </a:ln>
            </p:spPr>
            <p:style>
              <a:lnRef idx="0"/>
              <a:fillRef idx="0"/>
              <a:effectRef idx="0"/>
              <a:fontRef idx="minor"/>
            </p:style>
          </p:sp>
        </p:grpSp>
        <p:grpSp>
          <p:nvGrpSpPr>
            <p:cNvPr id="341" name="Group 37"/>
            <p:cNvGrpSpPr/>
            <p:nvPr/>
          </p:nvGrpSpPr>
          <p:grpSpPr>
            <a:xfrm>
              <a:off x="14262120" y="-1014120"/>
              <a:ext cx="4962600" cy="4962600"/>
              <a:chOff x="14262120" y="-1014120"/>
              <a:chExt cx="4962600" cy="4962600"/>
            </a:xfrm>
          </p:grpSpPr>
          <p:sp>
            <p:nvSpPr>
              <p:cNvPr id="342" name="CustomShape 38"/>
              <p:cNvSpPr/>
              <p:nvPr/>
            </p:nvSpPr>
            <p:spPr>
              <a:xfrm rot="2700000">
                <a:off x="15383520" y="-682200"/>
                <a:ext cx="2719080" cy="429912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43" name="CustomShape 39"/>
              <p:cNvSpPr/>
              <p:nvPr/>
            </p:nvSpPr>
            <p:spPr>
              <a:xfrm rot="2700000">
                <a:off x="15715080" y="-463680"/>
                <a:ext cx="2208960" cy="3709440"/>
              </a:xfrm>
              <a:prstGeom prst="rect">
                <a:avLst/>
              </a:prstGeom>
              <a:noFill/>
              <a:ln w="0">
                <a:noFill/>
              </a:ln>
            </p:spPr>
            <p:style>
              <a:lnRef idx="0"/>
              <a:fillRef idx="0"/>
              <a:effectRef idx="0"/>
              <a:fontRef idx="minor"/>
            </p:style>
          </p:sp>
        </p:grpSp>
      </p:grpSp>
      <p:grpSp>
        <p:nvGrpSpPr>
          <p:cNvPr id="344" name="Group 40"/>
          <p:cNvGrpSpPr/>
          <p:nvPr/>
        </p:nvGrpSpPr>
        <p:grpSpPr>
          <a:xfrm>
            <a:off x="7962120" y="5960160"/>
            <a:ext cx="6299640" cy="6299640"/>
            <a:chOff x="7962120" y="5960160"/>
            <a:chExt cx="6299640" cy="6299640"/>
          </a:xfrm>
        </p:grpSpPr>
        <p:grpSp>
          <p:nvGrpSpPr>
            <p:cNvPr id="345" name="Group 41"/>
            <p:cNvGrpSpPr/>
            <p:nvPr/>
          </p:nvGrpSpPr>
          <p:grpSpPr>
            <a:xfrm>
              <a:off x="8383320" y="7384320"/>
              <a:ext cx="5457240" cy="3451320"/>
              <a:chOff x="8383320" y="7384320"/>
              <a:chExt cx="5457240" cy="3451320"/>
            </a:xfrm>
          </p:grpSpPr>
          <p:sp>
            <p:nvSpPr>
              <p:cNvPr id="346" name="CustomShape 42"/>
              <p:cNvSpPr/>
              <p:nvPr/>
            </p:nvSpPr>
            <p:spPr>
              <a:xfrm rot="5400000">
                <a:off x="9386280" y="6381360"/>
                <a:ext cx="3451320" cy="5457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47" name="CustomShape 43"/>
              <p:cNvSpPr/>
              <p:nvPr/>
            </p:nvSpPr>
            <p:spPr>
              <a:xfrm rot="5400000">
                <a:off x="9847080" y="6755760"/>
                <a:ext cx="2804040" cy="4708440"/>
              </a:xfrm>
              <a:prstGeom prst="rect">
                <a:avLst/>
              </a:prstGeom>
              <a:noFill/>
              <a:ln w="0">
                <a:noFill/>
              </a:ln>
            </p:spPr>
            <p:style>
              <a:lnRef idx="0"/>
              <a:fillRef idx="0"/>
              <a:effectRef idx="0"/>
              <a:fontRef idx="minor"/>
            </p:style>
          </p:sp>
        </p:grpSp>
        <p:grpSp>
          <p:nvGrpSpPr>
            <p:cNvPr id="348" name="Group 44"/>
            <p:cNvGrpSpPr/>
            <p:nvPr/>
          </p:nvGrpSpPr>
          <p:grpSpPr>
            <a:xfrm>
              <a:off x="9385920" y="6381360"/>
              <a:ext cx="3451320" cy="5457240"/>
              <a:chOff x="9385920" y="6381360"/>
              <a:chExt cx="3451320" cy="5457240"/>
            </a:xfrm>
          </p:grpSpPr>
          <p:sp>
            <p:nvSpPr>
              <p:cNvPr id="349" name="CustomShape 45"/>
              <p:cNvSpPr/>
              <p:nvPr/>
            </p:nvSpPr>
            <p:spPr>
              <a:xfrm>
                <a:off x="9385920" y="6381360"/>
                <a:ext cx="3451320" cy="5457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50" name="CustomShape 46"/>
              <p:cNvSpPr/>
              <p:nvPr/>
            </p:nvSpPr>
            <p:spPr>
              <a:xfrm>
                <a:off x="9709560" y="6618600"/>
                <a:ext cx="2804040" cy="4708440"/>
              </a:xfrm>
              <a:prstGeom prst="rect">
                <a:avLst/>
              </a:prstGeom>
              <a:noFill/>
              <a:ln w="0">
                <a:noFill/>
              </a:ln>
            </p:spPr>
            <p:style>
              <a:lnRef idx="0"/>
              <a:fillRef idx="0"/>
              <a:effectRef idx="0"/>
              <a:fontRef idx="minor"/>
            </p:style>
          </p:sp>
        </p:grpSp>
        <p:grpSp>
          <p:nvGrpSpPr>
            <p:cNvPr id="351" name="Group 47"/>
            <p:cNvGrpSpPr/>
            <p:nvPr/>
          </p:nvGrpSpPr>
          <p:grpSpPr>
            <a:xfrm>
              <a:off x="7962480" y="5960520"/>
              <a:ext cx="6299280" cy="6299280"/>
              <a:chOff x="7962480" y="5960520"/>
              <a:chExt cx="6299280" cy="6299280"/>
            </a:xfrm>
          </p:grpSpPr>
          <p:sp>
            <p:nvSpPr>
              <p:cNvPr id="352" name="CustomShape 48"/>
              <p:cNvSpPr/>
              <p:nvPr/>
            </p:nvSpPr>
            <p:spPr>
              <a:xfrm rot="8100000">
                <a:off x="9386280" y="6381360"/>
                <a:ext cx="3451320" cy="5457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53" name="CustomShape 49"/>
              <p:cNvSpPr/>
              <p:nvPr/>
            </p:nvSpPr>
            <p:spPr>
              <a:xfrm rot="8100000">
                <a:off x="9806760" y="6852960"/>
                <a:ext cx="2804040" cy="4708440"/>
              </a:xfrm>
              <a:prstGeom prst="rect">
                <a:avLst/>
              </a:prstGeom>
              <a:noFill/>
              <a:ln w="0">
                <a:noFill/>
              </a:ln>
            </p:spPr>
            <p:style>
              <a:lnRef idx="0"/>
              <a:fillRef idx="0"/>
              <a:effectRef idx="0"/>
              <a:fontRef idx="minor"/>
            </p:style>
          </p:sp>
        </p:grpSp>
        <p:grpSp>
          <p:nvGrpSpPr>
            <p:cNvPr id="354" name="Group 50"/>
            <p:cNvGrpSpPr/>
            <p:nvPr/>
          </p:nvGrpSpPr>
          <p:grpSpPr>
            <a:xfrm>
              <a:off x="7962120" y="5960160"/>
              <a:ext cx="6299280" cy="6299280"/>
              <a:chOff x="7962120" y="5960160"/>
              <a:chExt cx="6299280" cy="6299280"/>
            </a:xfrm>
          </p:grpSpPr>
          <p:sp>
            <p:nvSpPr>
              <p:cNvPr id="355" name="CustomShape 51"/>
              <p:cNvSpPr/>
              <p:nvPr/>
            </p:nvSpPr>
            <p:spPr>
              <a:xfrm rot="2700000">
                <a:off x="9385920" y="6381000"/>
                <a:ext cx="3451320" cy="545724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38100">
                <a:solidFill>
                  <a:srgbClr val="d3aa5f">
                    <a:alpha val="40000"/>
                  </a:srgbClr>
                </a:solidFill>
                <a:miter/>
              </a:ln>
            </p:spPr>
            <p:style>
              <a:lnRef idx="0"/>
              <a:fillRef idx="0"/>
              <a:effectRef idx="0"/>
              <a:fontRef idx="minor"/>
            </p:style>
          </p:sp>
          <p:sp>
            <p:nvSpPr>
              <p:cNvPr id="356" name="CustomShape 52"/>
              <p:cNvSpPr/>
              <p:nvPr/>
            </p:nvSpPr>
            <p:spPr>
              <a:xfrm rot="2700000">
                <a:off x="9806760" y="6658560"/>
                <a:ext cx="2804040" cy="4708440"/>
              </a:xfrm>
              <a:prstGeom prst="rect">
                <a:avLst/>
              </a:prstGeom>
              <a:noFill/>
              <a:ln w="0">
                <a:noFill/>
              </a:ln>
            </p:spPr>
            <p:style>
              <a:lnRef idx="0"/>
              <a:fillRef idx="0"/>
              <a:effectRef idx="0"/>
              <a:fontRef idx="minor"/>
            </p:style>
          </p:sp>
        </p:grpSp>
      </p:grpSp>
      <p:grpSp>
        <p:nvGrpSpPr>
          <p:cNvPr id="357" name="Group 53"/>
          <p:cNvGrpSpPr/>
          <p:nvPr/>
        </p:nvGrpSpPr>
        <p:grpSpPr>
          <a:xfrm>
            <a:off x="10982520" y="1549440"/>
            <a:ext cx="2814840" cy="2814480"/>
            <a:chOff x="10982520" y="1549440"/>
            <a:chExt cx="2814840" cy="2814480"/>
          </a:xfrm>
        </p:grpSpPr>
        <p:grpSp>
          <p:nvGrpSpPr>
            <p:cNvPr id="358" name="Group 54"/>
            <p:cNvGrpSpPr/>
            <p:nvPr/>
          </p:nvGrpSpPr>
          <p:grpSpPr>
            <a:xfrm>
              <a:off x="11170800" y="2185560"/>
              <a:ext cx="2438280" cy="1541880"/>
              <a:chOff x="11170800" y="2185560"/>
              <a:chExt cx="2438280" cy="1541880"/>
            </a:xfrm>
          </p:grpSpPr>
          <p:sp>
            <p:nvSpPr>
              <p:cNvPr id="359" name="CustomShape 55"/>
              <p:cNvSpPr/>
              <p:nvPr/>
            </p:nvSpPr>
            <p:spPr>
              <a:xfrm rot="5400000">
                <a:off x="11619000" y="173700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60" name="CustomShape 56"/>
              <p:cNvSpPr/>
              <p:nvPr/>
            </p:nvSpPr>
            <p:spPr>
              <a:xfrm rot="5400000">
                <a:off x="11824920" y="1904760"/>
                <a:ext cx="1252800" cy="2103480"/>
              </a:xfrm>
              <a:prstGeom prst="rect">
                <a:avLst/>
              </a:prstGeom>
              <a:noFill/>
              <a:ln w="0">
                <a:noFill/>
              </a:ln>
            </p:spPr>
            <p:style>
              <a:lnRef idx="0"/>
              <a:fillRef idx="0"/>
              <a:effectRef idx="0"/>
              <a:fontRef idx="minor"/>
            </p:style>
          </p:sp>
        </p:grpSp>
        <p:grpSp>
          <p:nvGrpSpPr>
            <p:cNvPr id="361" name="Group 57"/>
            <p:cNvGrpSpPr/>
            <p:nvPr/>
          </p:nvGrpSpPr>
          <p:grpSpPr>
            <a:xfrm>
              <a:off x="11618640" y="1737360"/>
              <a:ext cx="1541880" cy="2438280"/>
              <a:chOff x="11618640" y="1737360"/>
              <a:chExt cx="1541880" cy="2438280"/>
            </a:xfrm>
          </p:grpSpPr>
          <p:sp>
            <p:nvSpPr>
              <p:cNvPr id="362" name="CustomShape 58"/>
              <p:cNvSpPr/>
              <p:nvPr/>
            </p:nvSpPr>
            <p:spPr>
              <a:xfrm>
                <a:off x="11618640" y="173736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63" name="CustomShape 59"/>
              <p:cNvSpPr/>
              <p:nvPr/>
            </p:nvSpPr>
            <p:spPr>
              <a:xfrm>
                <a:off x="11763360" y="1843560"/>
                <a:ext cx="1252800" cy="2103480"/>
              </a:xfrm>
              <a:prstGeom prst="rect">
                <a:avLst/>
              </a:prstGeom>
              <a:noFill/>
              <a:ln w="0">
                <a:noFill/>
              </a:ln>
            </p:spPr>
            <p:style>
              <a:lnRef idx="0"/>
              <a:fillRef idx="0"/>
              <a:effectRef idx="0"/>
              <a:fontRef idx="minor"/>
            </p:style>
          </p:sp>
        </p:grpSp>
        <p:grpSp>
          <p:nvGrpSpPr>
            <p:cNvPr id="364" name="Group 60"/>
            <p:cNvGrpSpPr/>
            <p:nvPr/>
          </p:nvGrpSpPr>
          <p:grpSpPr>
            <a:xfrm>
              <a:off x="10982880" y="1549440"/>
              <a:ext cx="2814480" cy="2814480"/>
              <a:chOff x="10982880" y="1549440"/>
              <a:chExt cx="2814480" cy="2814480"/>
            </a:xfrm>
          </p:grpSpPr>
          <p:sp>
            <p:nvSpPr>
              <p:cNvPr id="365" name="CustomShape 61"/>
              <p:cNvSpPr/>
              <p:nvPr/>
            </p:nvSpPr>
            <p:spPr>
              <a:xfrm rot="8100000">
                <a:off x="11619000" y="173736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66" name="CustomShape 62"/>
              <p:cNvSpPr/>
              <p:nvPr/>
            </p:nvSpPr>
            <p:spPr>
              <a:xfrm rot="8100000">
                <a:off x="11806920" y="1948320"/>
                <a:ext cx="1252800" cy="2103480"/>
              </a:xfrm>
              <a:prstGeom prst="rect">
                <a:avLst/>
              </a:prstGeom>
              <a:noFill/>
              <a:ln w="0">
                <a:noFill/>
              </a:ln>
            </p:spPr>
            <p:style>
              <a:lnRef idx="0"/>
              <a:fillRef idx="0"/>
              <a:effectRef idx="0"/>
              <a:fontRef idx="minor"/>
            </p:style>
          </p:sp>
        </p:grpSp>
        <p:grpSp>
          <p:nvGrpSpPr>
            <p:cNvPr id="367" name="Group 63"/>
            <p:cNvGrpSpPr/>
            <p:nvPr/>
          </p:nvGrpSpPr>
          <p:grpSpPr>
            <a:xfrm>
              <a:off x="10982520" y="1549440"/>
              <a:ext cx="2814480" cy="2814480"/>
              <a:chOff x="10982520" y="1549440"/>
              <a:chExt cx="2814480" cy="2814480"/>
            </a:xfrm>
          </p:grpSpPr>
          <p:sp>
            <p:nvSpPr>
              <p:cNvPr id="368" name="CustomShape 64"/>
              <p:cNvSpPr/>
              <p:nvPr/>
            </p:nvSpPr>
            <p:spPr>
              <a:xfrm rot="2700000">
                <a:off x="11618640" y="1737360"/>
                <a:ext cx="1541880" cy="2438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69" name="CustomShape 65"/>
              <p:cNvSpPr/>
              <p:nvPr/>
            </p:nvSpPr>
            <p:spPr>
              <a:xfrm rot="2700000">
                <a:off x="11806560" y="1861200"/>
                <a:ext cx="1252800" cy="2103480"/>
              </a:xfrm>
              <a:prstGeom prst="rect">
                <a:avLst/>
              </a:prstGeom>
              <a:noFill/>
              <a:ln w="0">
                <a:noFill/>
              </a:ln>
            </p:spPr>
            <p:style>
              <a:lnRef idx="0"/>
              <a:fillRef idx="0"/>
              <a:effectRef idx="0"/>
              <a:fontRef idx="minor"/>
            </p:style>
          </p:sp>
        </p:grpSp>
      </p:grpSp>
      <p:grpSp>
        <p:nvGrpSpPr>
          <p:cNvPr id="370" name="Group 66"/>
          <p:cNvGrpSpPr/>
          <p:nvPr/>
        </p:nvGrpSpPr>
        <p:grpSpPr>
          <a:xfrm>
            <a:off x="15053760" y="6459120"/>
            <a:ext cx="3251160" cy="3250800"/>
            <a:chOff x="15053760" y="6459120"/>
            <a:chExt cx="3251160" cy="3250800"/>
          </a:xfrm>
        </p:grpSpPr>
        <p:grpSp>
          <p:nvGrpSpPr>
            <p:cNvPr id="371" name="Group 67"/>
            <p:cNvGrpSpPr/>
            <p:nvPr/>
          </p:nvGrpSpPr>
          <p:grpSpPr>
            <a:xfrm>
              <a:off x="15271200" y="7193880"/>
              <a:ext cx="2816280" cy="1780920"/>
              <a:chOff x="15271200" y="7193880"/>
              <a:chExt cx="2816280" cy="1780920"/>
            </a:xfrm>
          </p:grpSpPr>
          <p:sp>
            <p:nvSpPr>
              <p:cNvPr id="372" name="CustomShape 68"/>
              <p:cNvSpPr/>
              <p:nvPr/>
            </p:nvSpPr>
            <p:spPr>
              <a:xfrm rot="5400000">
                <a:off x="15788880" y="6676200"/>
                <a:ext cx="1780920" cy="2816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73" name="CustomShape 69"/>
              <p:cNvSpPr/>
              <p:nvPr/>
            </p:nvSpPr>
            <p:spPr>
              <a:xfrm rot="5400000">
                <a:off x="16026840" y="6869520"/>
                <a:ext cx="1446840" cy="2429640"/>
              </a:xfrm>
              <a:prstGeom prst="rect">
                <a:avLst/>
              </a:prstGeom>
              <a:noFill/>
              <a:ln w="0">
                <a:noFill/>
              </a:ln>
            </p:spPr>
            <p:style>
              <a:lnRef idx="0"/>
              <a:fillRef idx="0"/>
              <a:effectRef idx="0"/>
              <a:fontRef idx="minor"/>
            </p:style>
          </p:sp>
        </p:grpSp>
        <p:grpSp>
          <p:nvGrpSpPr>
            <p:cNvPr id="374" name="Group 70"/>
            <p:cNvGrpSpPr/>
            <p:nvPr/>
          </p:nvGrpSpPr>
          <p:grpSpPr>
            <a:xfrm>
              <a:off x="15788520" y="6676200"/>
              <a:ext cx="1780920" cy="2816280"/>
              <a:chOff x="15788520" y="6676200"/>
              <a:chExt cx="1780920" cy="2816280"/>
            </a:xfrm>
          </p:grpSpPr>
          <p:sp>
            <p:nvSpPr>
              <p:cNvPr id="375" name="CustomShape 71"/>
              <p:cNvSpPr/>
              <p:nvPr/>
            </p:nvSpPr>
            <p:spPr>
              <a:xfrm>
                <a:off x="15788520" y="6676200"/>
                <a:ext cx="1780920" cy="2816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76" name="CustomShape 72"/>
              <p:cNvSpPr/>
              <p:nvPr/>
            </p:nvSpPr>
            <p:spPr>
              <a:xfrm>
                <a:off x="15955560" y="6798600"/>
                <a:ext cx="1446840" cy="2429640"/>
              </a:xfrm>
              <a:prstGeom prst="rect">
                <a:avLst/>
              </a:prstGeom>
              <a:noFill/>
              <a:ln w="0">
                <a:noFill/>
              </a:ln>
            </p:spPr>
            <p:style>
              <a:lnRef idx="0"/>
              <a:fillRef idx="0"/>
              <a:effectRef idx="0"/>
              <a:fontRef idx="minor"/>
            </p:style>
          </p:sp>
        </p:grpSp>
        <p:grpSp>
          <p:nvGrpSpPr>
            <p:cNvPr id="377" name="Group 73"/>
            <p:cNvGrpSpPr/>
            <p:nvPr/>
          </p:nvGrpSpPr>
          <p:grpSpPr>
            <a:xfrm>
              <a:off x="15054120" y="6459120"/>
              <a:ext cx="3250800" cy="3250800"/>
              <a:chOff x="15054120" y="6459120"/>
              <a:chExt cx="3250800" cy="3250800"/>
            </a:xfrm>
          </p:grpSpPr>
          <p:sp>
            <p:nvSpPr>
              <p:cNvPr id="378" name="CustomShape 74"/>
              <p:cNvSpPr/>
              <p:nvPr/>
            </p:nvSpPr>
            <p:spPr>
              <a:xfrm rot="8100000">
                <a:off x="15788880" y="6676200"/>
                <a:ext cx="1780920" cy="2816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79" name="CustomShape 75"/>
              <p:cNvSpPr/>
              <p:nvPr/>
            </p:nvSpPr>
            <p:spPr>
              <a:xfrm rot="8100000">
                <a:off x="16005960" y="6919920"/>
                <a:ext cx="1446840" cy="2429640"/>
              </a:xfrm>
              <a:prstGeom prst="rect">
                <a:avLst/>
              </a:prstGeom>
              <a:noFill/>
              <a:ln w="0">
                <a:noFill/>
              </a:ln>
            </p:spPr>
            <p:style>
              <a:lnRef idx="0"/>
              <a:fillRef idx="0"/>
              <a:effectRef idx="0"/>
              <a:fontRef idx="minor"/>
            </p:style>
          </p:sp>
        </p:grpSp>
        <p:grpSp>
          <p:nvGrpSpPr>
            <p:cNvPr id="380" name="Group 76"/>
            <p:cNvGrpSpPr/>
            <p:nvPr/>
          </p:nvGrpSpPr>
          <p:grpSpPr>
            <a:xfrm>
              <a:off x="15053760" y="6459120"/>
              <a:ext cx="3250800" cy="3250800"/>
              <a:chOff x="15053760" y="6459120"/>
              <a:chExt cx="3250800" cy="3250800"/>
            </a:xfrm>
          </p:grpSpPr>
          <p:sp>
            <p:nvSpPr>
              <p:cNvPr id="381" name="CustomShape 77"/>
              <p:cNvSpPr/>
              <p:nvPr/>
            </p:nvSpPr>
            <p:spPr>
              <a:xfrm rot="2700000">
                <a:off x="15788520" y="6676200"/>
                <a:ext cx="1780920" cy="2816280"/>
              </a:xfrm>
              <a:custGeom>
                <a:avLst/>
                <a:gdLst/>
                <a:ahLst/>
                <a:rect l="l" t="t" r="r" b="b"/>
                <a:pathLst>
                  <a:path w="479151" h="757610">
                    <a:moveTo>
                      <a:pt x="239575" y="0"/>
                    </a:moveTo>
                    <a:cubicBezTo>
                      <a:pt x="107262" y="0"/>
                      <a:pt x="0" y="169597"/>
                      <a:pt x="0" y="378805"/>
                    </a:cubicBezTo>
                    <a:cubicBezTo>
                      <a:pt x="0" y="588013"/>
                      <a:pt x="107262" y="757610"/>
                      <a:pt x="239575" y="757610"/>
                    </a:cubicBezTo>
                    <a:cubicBezTo>
                      <a:pt x="371889" y="757610"/>
                      <a:pt x="479151" y="588013"/>
                      <a:pt x="479151" y="378805"/>
                    </a:cubicBezTo>
                    <a:cubicBezTo>
                      <a:pt x="479151" y="169597"/>
                      <a:pt x="371889" y="0"/>
                      <a:pt x="239575" y="0"/>
                    </a:cubicBezTo>
                    <a:close/>
                  </a:path>
                </a:pathLst>
              </a:custGeom>
              <a:noFill/>
              <a:ln cap="sq" w="47625">
                <a:solidFill>
                  <a:srgbClr val="ffffff">
                    <a:alpha val="20000"/>
                  </a:srgbClr>
                </a:solidFill>
                <a:miter/>
              </a:ln>
            </p:spPr>
            <p:style>
              <a:lnRef idx="0"/>
              <a:fillRef idx="0"/>
              <a:effectRef idx="0"/>
              <a:fontRef idx="minor"/>
            </p:style>
          </p:sp>
          <p:sp>
            <p:nvSpPr>
              <p:cNvPr id="382" name="CustomShape 78"/>
              <p:cNvSpPr/>
              <p:nvPr/>
            </p:nvSpPr>
            <p:spPr>
              <a:xfrm rot="2700000">
                <a:off x="16005600" y="6819120"/>
                <a:ext cx="1446840" cy="2429640"/>
              </a:xfrm>
              <a:prstGeom prst="rect">
                <a:avLst/>
              </a:prstGeom>
              <a:noFill/>
              <a:ln w="0">
                <a:noFill/>
              </a:ln>
            </p:spPr>
            <p:style>
              <a:lnRef idx="0"/>
              <a:fillRef idx="0"/>
              <a:effectRef idx="0"/>
              <a:fontRef idx="minor"/>
            </p:style>
          </p:sp>
        </p:grpSp>
      </p:grpSp>
      <p:sp>
        <p:nvSpPr>
          <p:cNvPr id="383" name="Line 79"/>
          <p:cNvSpPr/>
          <p:nvPr/>
        </p:nvSpPr>
        <p:spPr>
          <a:xfrm>
            <a:off x="-2100600" y="9016200"/>
            <a:ext cx="4762080" cy="0"/>
          </a:xfrm>
          <a:prstGeom prst="line">
            <a:avLst/>
          </a:prstGeom>
          <a:ln w="38100">
            <a:solidFill>
              <a:srgbClr val="7ec6db"/>
            </a:solidFill>
            <a:round/>
            <a:headEnd len="lg" type="diamond" w="lg"/>
            <a:tailEnd len="lg" type="diamond" w="lg"/>
          </a:ln>
        </p:spPr>
        <p:style>
          <a:lnRef idx="0"/>
          <a:fillRef idx="0"/>
          <a:effectRef idx="0"/>
          <a:fontRef idx="minor"/>
        </p:style>
      </p:sp>
      <p:sp>
        <p:nvSpPr>
          <p:cNvPr id="384" name="CustomShape 80"/>
          <p:cNvSpPr/>
          <p:nvPr/>
        </p:nvSpPr>
        <p:spPr>
          <a:xfrm>
            <a:off x="1534320" y="3287160"/>
            <a:ext cx="8545680" cy="2667240"/>
          </a:xfrm>
          <a:prstGeom prst="rect">
            <a:avLst/>
          </a:prstGeom>
          <a:noFill/>
          <a:ln w="0">
            <a:noFill/>
          </a:ln>
        </p:spPr>
        <p:style>
          <a:lnRef idx="0"/>
          <a:fillRef idx="0"/>
          <a:effectRef idx="0"/>
          <a:fontRef idx="minor"/>
        </p:style>
        <p:txBody>
          <a:bodyPr lIns="0" rIns="0" tIns="0" bIns="0">
            <a:spAutoFit/>
          </a:bodyPr>
          <a:p>
            <a:pPr>
              <a:lnSpc>
                <a:spcPts val="5250"/>
              </a:lnSpc>
            </a:pPr>
            <a:r>
              <a:rPr b="1" lang="en-US" sz="3500" spc="-1" strike="noStrike">
                <a:solidFill>
                  <a:srgbClr val="f1f1f1"/>
                </a:solidFill>
                <a:latin typeface="Rosario"/>
                <a:ea typeface="Rosario"/>
              </a:rPr>
              <a:t>→ </a:t>
            </a:r>
            <a:r>
              <a:rPr b="1" lang="en-US" sz="3500" spc="-1" strike="noStrike">
                <a:solidFill>
                  <a:srgbClr val="f1f1f1"/>
                </a:solidFill>
                <a:latin typeface="Rosario Italics"/>
                <a:ea typeface="Rosario Italics"/>
              </a:rPr>
              <a:t>Displays intervention</a:t>
            </a:r>
            <a:r>
              <a:rPr b="1" lang="en-US" sz="3500" spc="-1" strike="noStrike">
                <a:solidFill>
                  <a:srgbClr val="f1f1f1"/>
                </a:solidFill>
                <a:latin typeface="Rosario"/>
                <a:ea typeface="Rosario"/>
              </a:rPr>
              <a:t> if unlock screen while social interaction</a:t>
            </a:r>
            <a:endParaRPr b="1" lang="de-DE" sz="3500" spc="-1" strike="noStrike">
              <a:latin typeface="Arial"/>
            </a:endParaRPr>
          </a:p>
          <a:p>
            <a:pPr>
              <a:lnSpc>
                <a:spcPts val="5250"/>
              </a:lnSpc>
            </a:pPr>
            <a:endParaRPr b="1" lang="de-DE" sz="3500" spc="-1" strike="noStrike">
              <a:latin typeface="Arial"/>
            </a:endParaRPr>
          </a:p>
          <a:p>
            <a:pPr>
              <a:lnSpc>
                <a:spcPts val="5250"/>
              </a:lnSpc>
            </a:pPr>
            <a:r>
              <a:rPr b="1" lang="en-US" sz="3500" spc="-1" strike="noStrike">
                <a:solidFill>
                  <a:srgbClr val="f1f1f1"/>
                </a:solidFill>
                <a:latin typeface="Rosario"/>
                <a:ea typeface="Rosario"/>
              </a:rPr>
              <a:t>→ </a:t>
            </a:r>
            <a:r>
              <a:rPr b="1" lang="en-US" sz="3500" spc="-1" strike="noStrike">
                <a:solidFill>
                  <a:srgbClr val="f1f1f1"/>
                </a:solidFill>
                <a:latin typeface="Rosario"/>
                <a:ea typeface="Rosario"/>
              </a:rPr>
              <a:t>Intervention closeable after 3 seconds</a:t>
            </a:r>
            <a:endParaRPr b="1" lang="de-DE" sz="3500" spc="-1" strike="noStrike">
              <a:latin typeface="Arial"/>
            </a:endParaRPr>
          </a:p>
        </p:txBody>
      </p:sp>
      <p:sp>
        <p:nvSpPr>
          <p:cNvPr id="385" name="CustomShape 81"/>
          <p:cNvSpPr/>
          <p:nvPr/>
        </p:nvSpPr>
        <p:spPr>
          <a:xfrm>
            <a:off x="1534320" y="1011600"/>
            <a:ext cx="7800840" cy="1778400"/>
          </a:xfrm>
          <a:prstGeom prst="rect">
            <a:avLst/>
          </a:prstGeom>
          <a:noFill/>
          <a:ln w="0">
            <a:noFill/>
          </a:ln>
        </p:spPr>
        <p:style>
          <a:lnRef idx="0"/>
          <a:fillRef idx="0"/>
          <a:effectRef idx="0"/>
          <a:fontRef idx="minor"/>
        </p:style>
        <p:txBody>
          <a:bodyPr lIns="0" rIns="0" tIns="0" bIns="0">
            <a:spAutoFit/>
          </a:bodyPr>
          <a:p>
            <a:pPr>
              <a:lnSpc>
                <a:spcPts val="14000"/>
              </a:lnSpc>
            </a:pPr>
            <a:r>
              <a:rPr b="0" lang="en-US" sz="10000" spc="-1" strike="noStrike">
                <a:solidFill>
                  <a:srgbClr val="f1f1f1"/>
                </a:solidFill>
                <a:latin typeface="Do Hyeon"/>
                <a:ea typeface="Do Hyeon"/>
              </a:rPr>
              <a:t>Intervention</a:t>
            </a:r>
            <a:endParaRPr b="0" lang="de-DE" sz="10000" spc="-1" strike="noStrike">
              <a:latin typeface="Arial"/>
            </a:endParaRPr>
          </a:p>
        </p:txBody>
      </p:sp>
      <p:pic>
        <p:nvPicPr>
          <p:cNvPr id="386" name="" descr=""/>
          <p:cNvPicPr/>
          <p:nvPr/>
        </p:nvPicPr>
        <p:blipFill>
          <a:blip r:embed="rId1"/>
          <a:stretch/>
        </p:blipFill>
        <p:spPr>
          <a:xfrm>
            <a:off x="4500000" y="6272640"/>
            <a:ext cx="2160000" cy="3087360"/>
          </a:xfrm>
          <a:prstGeom prst="rect">
            <a:avLst/>
          </a:prstGeom>
          <a:ln w="0">
            <a:noFill/>
          </a:ln>
        </p:spPr>
      </p:pic>
      <p:pic>
        <p:nvPicPr>
          <p:cNvPr id="387" name="" descr=""/>
          <p:cNvPicPr/>
          <p:nvPr/>
        </p:nvPicPr>
        <p:blipFill>
          <a:blip r:embed="rId2"/>
          <a:stretch/>
        </p:blipFill>
        <p:spPr>
          <a:xfrm>
            <a:off x="12390480" y="1440000"/>
            <a:ext cx="3809520" cy="76197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1f1f1"/>
        </a:solidFill>
      </p:bgPr>
    </p:bg>
    <p:spTree>
      <p:nvGrpSpPr>
        <p:cNvPr id="1" name=""/>
        <p:cNvGrpSpPr/>
        <p:nvPr/>
      </p:nvGrpSpPr>
      <p:grpSpPr>
        <a:xfrm>
          <a:off x="0" y="0"/>
          <a:ext cx="0" cy="0"/>
          <a:chOff x="0" y="0"/>
          <a:chExt cx="0" cy="0"/>
        </a:xfrm>
      </p:grpSpPr>
      <p:grpSp>
        <p:nvGrpSpPr>
          <p:cNvPr id="388" name="Group 1"/>
          <p:cNvGrpSpPr/>
          <p:nvPr/>
        </p:nvGrpSpPr>
        <p:grpSpPr>
          <a:xfrm>
            <a:off x="1028880" y="-439560"/>
            <a:ext cx="4551840" cy="11024280"/>
            <a:chOff x="1028880" y="-439560"/>
            <a:chExt cx="4551840" cy="11024280"/>
          </a:xfrm>
        </p:grpSpPr>
        <p:sp>
          <p:nvSpPr>
            <p:cNvPr id="389" name="CustomShape 2"/>
            <p:cNvSpPr/>
            <p:nvPr/>
          </p:nvSpPr>
          <p:spPr>
            <a:xfrm>
              <a:off x="1028880" y="-294840"/>
              <a:ext cx="4551840" cy="10879560"/>
            </a:xfrm>
            <a:custGeom>
              <a:avLst/>
              <a:gdLst/>
              <a:ahLst/>
              <a:rect l="l" t="t" r="r" b="b"/>
              <a:pathLst>
                <a:path w="1198892" h="2865496">
                  <a:moveTo>
                    <a:pt x="85038" y="0"/>
                  </a:moveTo>
                  <a:lnTo>
                    <a:pt x="1113855" y="0"/>
                  </a:lnTo>
                  <a:cubicBezTo>
                    <a:pt x="1136408" y="0"/>
                    <a:pt x="1158038" y="8959"/>
                    <a:pt x="1173985" y="24907"/>
                  </a:cubicBezTo>
                  <a:cubicBezTo>
                    <a:pt x="1189933" y="40855"/>
                    <a:pt x="1198892" y="62484"/>
                    <a:pt x="1198892" y="85038"/>
                  </a:cubicBezTo>
                  <a:lnTo>
                    <a:pt x="1198892" y="2780458"/>
                  </a:lnTo>
                  <a:cubicBezTo>
                    <a:pt x="1198892" y="2803011"/>
                    <a:pt x="1189933" y="2824641"/>
                    <a:pt x="1173985" y="2840589"/>
                  </a:cubicBezTo>
                  <a:cubicBezTo>
                    <a:pt x="1158038" y="2856536"/>
                    <a:pt x="1136408" y="2865496"/>
                    <a:pt x="1113855" y="2865496"/>
                  </a:cubicBezTo>
                  <a:lnTo>
                    <a:pt x="85038" y="2865496"/>
                  </a:lnTo>
                  <a:cubicBezTo>
                    <a:pt x="62484" y="2865496"/>
                    <a:pt x="40855" y="2856536"/>
                    <a:pt x="24907" y="2840589"/>
                  </a:cubicBezTo>
                  <a:cubicBezTo>
                    <a:pt x="8959" y="2824641"/>
                    <a:pt x="0" y="2803011"/>
                    <a:pt x="0" y="2780458"/>
                  </a:cubicBezTo>
                  <a:lnTo>
                    <a:pt x="0" y="85038"/>
                  </a:lnTo>
                  <a:cubicBezTo>
                    <a:pt x="0" y="62484"/>
                    <a:pt x="8959" y="40855"/>
                    <a:pt x="24907" y="24907"/>
                  </a:cubicBezTo>
                  <a:cubicBezTo>
                    <a:pt x="40855" y="8959"/>
                    <a:pt x="62484" y="0"/>
                    <a:pt x="85038" y="0"/>
                  </a:cubicBezTo>
                  <a:close/>
                </a:path>
              </a:pathLst>
            </a:custGeom>
            <a:solidFill>
              <a:srgbClr val="146a82"/>
            </a:solidFill>
            <a:ln w="0">
              <a:noFill/>
            </a:ln>
          </p:spPr>
          <p:style>
            <a:lnRef idx="0"/>
            <a:fillRef idx="0"/>
            <a:effectRef idx="0"/>
            <a:fontRef idx="minor"/>
          </p:style>
        </p:sp>
        <p:sp>
          <p:nvSpPr>
            <p:cNvPr id="390" name="CustomShape 3"/>
            <p:cNvSpPr/>
            <p:nvPr/>
          </p:nvSpPr>
          <p:spPr>
            <a:xfrm>
              <a:off x="1028880" y="-439560"/>
              <a:ext cx="4551840" cy="11024280"/>
            </a:xfrm>
            <a:prstGeom prst="rect">
              <a:avLst/>
            </a:prstGeom>
            <a:noFill/>
            <a:ln w="0">
              <a:noFill/>
            </a:ln>
          </p:spPr>
          <p:style>
            <a:lnRef idx="0"/>
            <a:fillRef idx="0"/>
            <a:effectRef idx="0"/>
            <a:fontRef idx="minor"/>
          </p:style>
        </p:sp>
      </p:grpSp>
      <p:sp>
        <p:nvSpPr>
          <p:cNvPr id="391" name="CustomShape 4"/>
          <p:cNvSpPr/>
          <p:nvPr/>
        </p:nvSpPr>
        <p:spPr>
          <a:xfrm rot="16200000">
            <a:off x="-982800" y="4510080"/>
            <a:ext cx="8229240" cy="1270080"/>
          </a:xfrm>
          <a:prstGeom prst="rect">
            <a:avLst/>
          </a:prstGeom>
          <a:noFill/>
          <a:ln w="0">
            <a:noFill/>
          </a:ln>
        </p:spPr>
        <p:style>
          <a:lnRef idx="0"/>
          <a:fillRef idx="0"/>
          <a:effectRef idx="0"/>
          <a:fontRef idx="minor"/>
        </p:style>
        <p:txBody>
          <a:bodyPr lIns="0" rIns="0" tIns="0" bIns="0">
            <a:spAutoFit/>
          </a:bodyPr>
          <a:p>
            <a:pPr algn="ctr">
              <a:lnSpc>
                <a:spcPts val="9998"/>
              </a:lnSpc>
            </a:pPr>
            <a:r>
              <a:rPr b="0" lang="en-US" sz="10000" spc="-1" strike="noStrike">
                <a:solidFill>
                  <a:srgbClr val="ffffff"/>
                </a:solidFill>
                <a:latin typeface="Do Hyeon"/>
                <a:ea typeface="Do Hyeon"/>
              </a:rPr>
              <a:t>Data Collection</a:t>
            </a:r>
            <a:endParaRPr b="0" lang="de-DE" sz="10000" spc="-1" strike="noStrike">
              <a:latin typeface="Arial"/>
            </a:endParaRPr>
          </a:p>
        </p:txBody>
      </p:sp>
      <p:grpSp>
        <p:nvGrpSpPr>
          <p:cNvPr id="392" name="Group 5"/>
          <p:cNvGrpSpPr/>
          <p:nvPr/>
        </p:nvGrpSpPr>
        <p:grpSpPr>
          <a:xfrm>
            <a:off x="4788720" y="1687680"/>
            <a:ext cx="12470040" cy="1583640"/>
            <a:chOff x="4788720" y="1687680"/>
            <a:chExt cx="12470040" cy="1583640"/>
          </a:xfrm>
        </p:grpSpPr>
        <p:sp>
          <p:nvSpPr>
            <p:cNvPr id="393" name="CustomShape 6"/>
            <p:cNvSpPr/>
            <p:nvPr/>
          </p:nvSpPr>
          <p:spPr>
            <a:xfrm>
              <a:off x="6781680" y="2208240"/>
              <a:ext cx="10477080" cy="548280"/>
            </a:xfrm>
            <a:prstGeom prst="rect">
              <a:avLst/>
            </a:prstGeom>
            <a:noFill/>
            <a:ln w="0">
              <a:noFill/>
            </a:ln>
          </p:spPr>
          <p:style>
            <a:lnRef idx="0"/>
            <a:fillRef idx="0"/>
            <a:effectRef idx="0"/>
            <a:fontRef idx="minor"/>
          </p:style>
          <p:txBody>
            <a:bodyPr lIns="0" rIns="0" tIns="0" bIns="0">
              <a:spAutoFit/>
            </a:bodyPr>
            <a:p>
              <a:pPr>
                <a:lnSpc>
                  <a:spcPts val="4320"/>
                </a:lnSpc>
              </a:pPr>
              <a:r>
                <a:rPr b="0" lang="en-US" sz="3600" spc="-1" strike="noStrike">
                  <a:solidFill>
                    <a:srgbClr val="146a82"/>
                  </a:solidFill>
                  <a:latin typeface="Rosario Bold"/>
                  <a:ea typeface="Rosario Bold"/>
                </a:rPr>
                <a:t>Mixed-Method Data Collection</a:t>
              </a:r>
              <a:endParaRPr b="0" lang="de-DE" sz="3600" spc="-1" strike="noStrike">
                <a:latin typeface="Arial"/>
              </a:endParaRPr>
            </a:p>
          </p:txBody>
        </p:sp>
        <p:grpSp>
          <p:nvGrpSpPr>
            <p:cNvPr id="394" name="Group 7"/>
            <p:cNvGrpSpPr/>
            <p:nvPr/>
          </p:nvGrpSpPr>
          <p:grpSpPr>
            <a:xfrm>
              <a:off x="4788720" y="1687680"/>
              <a:ext cx="1583640" cy="1583640"/>
              <a:chOff x="4788720" y="1687680"/>
              <a:chExt cx="1583640" cy="1583640"/>
            </a:xfrm>
          </p:grpSpPr>
          <p:grpSp>
            <p:nvGrpSpPr>
              <p:cNvPr id="395" name="Group 8"/>
              <p:cNvGrpSpPr/>
              <p:nvPr/>
            </p:nvGrpSpPr>
            <p:grpSpPr>
              <a:xfrm>
                <a:off x="4788720" y="1687680"/>
                <a:ext cx="1583640" cy="1583640"/>
                <a:chOff x="4788720" y="1687680"/>
                <a:chExt cx="1583640" cy="1583640"/>
              </a:xfrm>
            </p:grpSpPr>
            <p:sp>
              <p:nvSpPr>
                <p:cNvPr id="396" name="CustomShape 9"/>
                <p:cNvSpPr/>
                <p:nvPr/>
              </p:nvSpPr>
              <p:spPr>
                <a:xfrm>
                  <a:off x="4788720" y="168768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397" name="CustomShape 10"/>
                <p:cNvSpPr/>
                <p:nvPr/>
              </p:nvSpPr>
              <p:spPr>
                <a:xfrm>
                  <a:off x="4937040" y="1743480"/>
                  <a:ext cx="1286640" cy="1379520"/>
                </a:xfrm>
                <a:prstGeom prst="rect">
                  <a:avLst/>
                </a:prstGeom>
                <a:noFill/>
                <a:ln w="0">
                  <a:noFill/>
                </a:ln>
              </p:spPr>
              <p:style>
                <a:lnRef idx="0"/>
                <a:fillRef idx="0"/>
                <a:effectRef idx="0"/>
                <a:fontRef idx="minor"/>
              </p:style>
            </p:sp>
          </p:grpSp>
          <p:sp>
            <p:nvSpPr>
              <p:cNvPr id="398" name="CustomShape 11"/>
              <p:cNvSpPr/>
              <p:nvPr/>
            </p:nvSpPr>
            <p:spPr>
              <a:xfrm>
                <a:off x="5298480" y="19479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01</a:t>
                </a:r>
                <a:endParaRPr b="0" lang="de-DE" sz="5000" spc="-1" strike="noStrike">
                  <a:latin typeface="Arial"/>
                </a:endParaRPr>
              </a:p>
            </p:txBody>
          </p:sp>
        </p:grpSp>
      </p:grpSp>
      <p:grpSp>
        <p:nvGrpSpPr>
          <p:cNvPr id="399" name="Group 12"/>
          <p:cNvGrpSpPr/>
          <p:nvPr/>
        </p:nvGrpSpPr>
        <p:grpSpPr>
          <a:xfrm>
            <a:off x="4788720" y="3646800"/>
            <a:ext cx="12470040" cy="2996640"/>
            <a:chOff x="4788720" y="3646800"/>
            <a:chExt cx="12470040" cy="2996640"/>
          </a:xfrm>
        </p:grpSpPr>
        <p:grpSp>
          <p:nvGrpSpPr>
            <p:cNvPr id="400" name="Group 13"/>
            <p:cNvGrpSpPr/>
            <p:nvPr/>
          </p:nvGrpSpPr>
          <p:grpSpPr>
            <a:xfrm>
              <a:off x="4788720" y="3646800"/>
              <a:ext cx="12470040" cy="2996640"/>
              <a:chOff x="4788720" y="3646800"/>
              <a:chExt cx="12470040" cy="2996640"/>
            </a:xfrm>
          </p:grpSpPr>
          <p:sp>
            <p:nvSpPr>
              <p:cNvPr id="401" name="CustomShape 14"/>
              <p:cNvSpPr/>
              <p:nvPr/>
            </p:nvSpPr>
            <p:spPr>
              <a:xfrm>
                <a:off x="6781680" y="3646800"/>
                <a:ext cx="10477080" cy="2996640"/>
              </a:xfrm>
              <a:prstGeom prst="rect">
                <a:avLst/>
              </a:prstGeom>
              <a:noFill/>
              <a:ln w="0">
                <a:noFill/>
              </a:ln>
            </p:spPr>
            <p:style>
              <a:lnRef idx="0"/>
              <a:fillRef idx="0"/>
              <a:effectRef idx="0"/>
              <a:fontRef idx="minor"/>
            </p:style>
            <p:txBody>
              <a:bodyPr lIns="0" rIns="0" tIns="0" bIns="0">
                <a:spAutoFit/>
              </a:bodyPr>
              <a:p>
                <a:pPr>
                  <a:lnSpc>
                    <a:spcPts val="5400"/>
                  </a:lnSpc>
                  <a:spcBef>
                    <a:spcPts val="425"/>
                  </a:spcBef>
                </a:pPr>
                <a:r>
                  <a:rPr b="0" lang="en-US" sz="3600" spc="-1" strike="noStrike">
                    <a:solidFill>
                      <a:srgbClr val="146a82"/>
                    </a:solidFill>
                    <a:latin typeface="Rosario Bold"/>
                    <a:ea typeface="Rosario Bold"/>
                  </a:rPr>
                  <a:t>Quantitative Data</a:t>
                </a:r>
                <a:endParaRPr b="0" lang="de-DE" sz="3600" spc="-1" strike="noStrike">
                  <a:latin typeface="Arial"/>
                </a:endParaRPr>
              </a:p>
              <a:p>
                <a:pPr>
                  <a:lnSpc>
                    <a:spcPts val="4649"/>
                  </a:lnSpc>
                  <a:spcBef>
                    <a:spcPts val="425"/>
                  </a:spcBef>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Questionnaires after each Social Interaction</a:t>
                </a:r>
                <a:endParaRPr b="0" lang="de-DE" sz="3100" spc="-1" strike="noStrike">
                  <a:latin typeface="Arial"/>
                </a:endParaRPr>
              </a:p>
              <a:p>
                <a:pPr>
                  <a:lnSpc>
                    <a:spcPts val="3600"/>
                  </a:lnSpc>
                  <a:spcBef>
                    <a:spcPts val="425"/>
                  </a:spcBef>
                </a:pPr>
                <a:r>
                  <a:rPr b="0" lang="en-US" sz="2400" spc="-1" strike="noStrike">
                    <a:solidFill>
                      <a:srgbClr val="146a82"/>
                    </a:solidFill>
                    <a:latin typeface="Rosario Bold"/>
                    <a:ea typeface="Rosario Bold"/>
                  </a:rPr>
                  <a:t>(RSHCI [Ehrenbrink et al., 2018], PCI and PDSO [Vanden Abeele et al., 2019], </a:t>
                </a:r>
                <a:endParaRPr b="0" lang="de-DE" sz="2400" spc="-1" strike="noStrike">
                  <a:latin typeface="Arial"/>
                </a:endParaRPr>
              </a:p>
              <a:p>
                <a:pPr>
                  <a:lnSpc>
                    <a:spcPts val="3600"/>
                  </a:lnSpc>
                  <a:spcBef>
                    <a:spcPts val="425"/>
                  </a:spcBef>
                </a:pPr>
                <a:r>
                  <a:rPr b="0" lang="en-US" sz="2400" spc="-1" strike="noStrike">
                    <a:solidFill>
                      <a:srgbClr val="146a82"/>
                    </a:solidFill>
                    <a:latin typeface="Rosario Bold"/>
                    <a:ea typeface="Rosario Bold"/>
                  </a:rPr>
                  <a:t>PS and SAS [Karadag et al., 2015], PISO [Aron et al., 1992])</a:t>
                </a:r>
                <a:endParaRPr b="0" lang="de-DE" sz="2400" spc="-1" strike="noStrike">
                  <a:latin typeface="Arial"/>
                </a:endParaRPr>
              </a:p>
              <a:p>
                <a:pPr>
                  <a:lnSpc>
                    <a:spcPts val="4649"/>
                  </a:lnSpc>
                  <a:spcBef>
                    <a:spcPts val="425"/>
                  </a:spcBef>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Durations of Smartphone Use and Social Interactions</a:t>
                </a:r>
                <a:endParaRPr b="0" lang="de-DE" sz="3100" spc="-1" strike="noStrike">
                  <a:latin typeface="Arial"/>
                </a:endParaRPr>
              </a:p>
            </p:txBody>
          </p:sp>
          <p:grpSp>
            <p:nvGrpSpPr>
              <p:cNvPr id="402" name="Group 15"/>
              <p:cNvGrpSpPr/>
              <p:nvPr/>
            </p:nvGrpSpPr>
            <p:grpSpPr>
              <a:xfrm>
                <a:off x="4788720" y="4272120"/>
                <a:ext cx="1583640" cy="1583640"/>
                <a:chOff x="4788720" y="4272120"/>
                <a:chExt cx="1583640" cy="1583640"/>
              </a:xfrm>
            </p:grpSpPr>
            <p:sp>
              <p:nvSpPr>
                <p:cNvPr id="403" name="CustomShape 16"/>
                <p:cNvSpPr/>
                <p:nvPr/>
              </p:nvSpPr>
              <p:spPr>
                <a:xfrm>
                  <a:off x="4788720" y="427212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404" name="CustomShape 17"/>
                <p:cNvSpPr/>
                <p:nvPr/>
              </p:nvSpPr>
              <p:spPr>
                <a:xfrm>
                  <a:off x="4937040" y="4327560"/>
                  <a:ext cx="1286640" cy="1379520"/>
                </a:xfrm>
                <a:prstGeom prst="rect">
                  <a:avLst/>
                </a:prstGeom>
                <a:noFill/>
                <a:ln w="0">
                  <a:noFill/>
                </a:ln>
              </p:spPr>
              <p:style>
                <a:lnRef idx="0"/>
                <a:fillRef idx="0"/>
                <a:effectRef idx="0"/>
                <a:fontRef idx="minor"/>
              </p:style>
            </p:sp>
          </p:grpSp>
        </p:grpSp>
        <p:sp>
          <p:nvSpPr>
            <p:cNvPr id="405" name="CustomShape 18"/>
            <p:cNvSpPr/>
            <p:nvPr/>
          </p:nvSpPr>
          <p:spPr>
            <a:xfrm>
              <a:off x="5270040" y="44751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02</a:t>
              </a:r>
              <a:endParaRPr b="0" lang="de-DE" sz="5000" spc="-1" strike="noStrike">
                <a:latin typeface="Arial"/>
              </a:endParaRPr>
            </a:p>
          </p:txBody>
        </p:sp>
      </p:grpSp>
      <p:grpSp>
        <p:nvGrpSpPr>
          <p:cNvPr id="406" name="Group 19"/>
          <p:cNvGrpSpPr/>
          <p:nvPr/>
        </p:nvGrpSpPr>
        <p:grpSpPr>
          <a:xfrm>
            <a:off x="4788720" y="6840000"/>
            <a:ext cx="12470040" cy="1583640"/>
            <a:chOff x="4788720" y="6840000"/>
            <a:chExt cx="12470040" cy="1583640"/>
          </a:xfrm>
        </p:grpSpPr>
        <p:grpSp>
          <p:nvGrpSpPr>
            <p:cNvPr id="407" name="Group 20"/>
            <p:cNvGrpSpPr/>
            <p:nvPr/>
          </p:nvGrpSpPr>
          <p:grpSpPr>
            <a:xfrm>
              <a:off x="4788720" y="6840000"/>
              <a:ext cx="12470040" cy="1583640"/>
              <a:chOff x="4788720" y="6840000"/>
              <a:chExt cx="12470040" cy="1583640"/>
            </a:xfrm>
          </p:grpSpPr>
          <p:sp>
            <p:nvSpPr>
              <p:cNvPr id="408" name="CustomShape 21"/>
              <p:cNvSpPr/>
              <p:nvPr/>
            </p:nvSpPr>
            <p:spPr>
              <a:xfrm>
                <a:off x="6781680" y="6953040"/>
                <a:ext cx="10477080" cy="1275840"/>
              </a:xfrm>
              <a:prstGeom prst="rect">
                <a:avLst/>
              </a:prstGeom>
              <a:noFill/>
              <a:ln w="0">
                <a:noFill/>
              </a:ln>
            </p:spPr>
            <p:style>
              <a:lnRef idx="0"/>
              <a:fillRef idx="0"/>
              <a:effectRef idx="0"/>
              <a:fontRef idx="minor"/>
            </p:style>
            <p:txBody>
              <a:bodyPr lIns="0" rIns="0" tIns="0" bIns="0">
                <a:spAutoFit/>
              </a:bodyPr>
              <a:p>
                <a:pPr>
                  <a:lnSpc>
                    <a:spcPts val="5400"/>
                  </a:lnSpc>
                </a:pPr>
                <a:r>
                  <a:rPr b="0" lang="en-US" sz="3600" spc="-1" strike="noStrike">
                    <a:solidFill>
                      <a:srgbClr val="146a82"/>
                    </a:solidFill>
                    <a:latin typeface="Rosario Bold"/>
                    <a:ea typeface="Rosario Bold"/>
                  </a:rPr>
                  <a:t>Qualitative Data</a:t>
                </a:r>
                <a:endParaRPr b="0" lang="de-DE" sz="3600" spc="-1" strike="noStrike">
                  <a:latin typeface="Arial"/>
                </a:endParaRPr>
              </a:p>
              <a:p>
                <a:pPr>
                  <a:lnSpc>
                    <a:spcPts val="4649"/>
                  </a:lnSpc>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Interviews of 10 Minutes with each Participant</a:t>
                </a:r>
                <a:endParaRPr b="0" lang="de-DE" sz="3100" spc="-1" strike="noStrike">
                  <a:latin typeface="Arial"/>
                </a:endParaRPr>
              </a:p>
            </p:txBody>
          </p:sp>
          <p:grpSp>
            <p:nvGrpSpPr>
              <p:cNvPr id="409" name="Group 22"/>
              <p:cNvGrpSpPr/>
              <p:nvPr/>
            </p:nvGrpSpPr>
            <p:grpSpPr>
              <a:xfrm>
                <a:off x="4788720" y="6840000"/>
                <a:ext cx="1583640" cy="1583640"/>
                <a:chOff x="4788720" y="6840000"/>
                <a:chExt cx="1583640" cy="1583640"/>
              </a:xfrm>
            </p:grpSpPr>
            <p:sp>
              <p:nvSpPr>
                <p:cNvPr id="410" name="CustomShape 23"/>
                <p:cNvSpPr/>
                <p:nvPr/>
              </p:nvSpPr>
              <p:spPr>
                <a:xfrm>
                  <a:off x="4788720" y="684000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411" name="CustomShape 24"/>
                <p:cNvSpPr/>
                <p:nvPr/>
              </p:nvSpPr>
              <p:spPr>
                <a:xfrm>
                  <a:off x="4937040" y="6895800"/>
                  <a:ext cx="1286640" cy="1379520"/>
                </a:xfrm>
                <a:prstGeom prst="rect">
                  <a:avLst/>
                </a:prstGeom>
                <a:noFill/>
                <a:ln w="0">
                  <a:noFill/>
                </a:ln>
              </p:spPr>
              <p:style>
                <a:lnRef idx="0"/>
                <a:fillRef idx="0"/>
                <a:effectRef idx="0"/>
                <a:fontRef idx="minor"/>
              </p:style>
            </p:sp>
          </p:grpSp>
        </p:grpSp>
        <p:sp>
          <p:nvSpPr>
            <p:cNvPr id="412" name="CustomShape 25"/>
            <p:cNvSpPr/>
            <p:nvPr/>
          </p:nvSpPr>
          <p:spPr>
            <a:xfrm>
              <a:off x="5270040" y="705924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03</a:t>
              </a:r>
              <a:endParaRPr b="0" lang="de-DE" sz="5000" spc="-1" strike="noStrike">
                <a:latin typeface="Arial"/>
              </a:endParaRPr>
            </a:p>
          </p:txBody>
        </p:sp>
      </p:grpSp>
    </p:spTree>
  </p:cSld>
  <mc:AlternateContent>
    <mc:Choice Requires="p14">
      <p:transition spd="slow" p14:dur="2000"/>
    </mc:Choice>
    <mc:Fallback>
      <p:transition spd="slow"/>
    </mc:Fallback>
  </mc:AlternateContent>
  <p:timing>
    <p:tnLst>
      <p:par>
        <p:cTn id="61" dur="indefinite" restart="never" nodeType="tmRoot">
          <p:childTnLst>
            <p:seq>
              <p:cTn id="62" dur="indefinite" nodeType="mainSeq">
                <p:childTnLst>
                  <p:par>
                    <p:cTn id="63" fill="hold">
                      <p:stCondLst>
                        <p:cond delay="indefinite"/>
                      </p:stCondLst>
                      <p:childTnLst>
                        <p:par>
                          <p:cTn id="64" fill="hold">
                            <p:stCondLst>
                              <p:cond delay="0"/>
                            </p:stCondLst>
                            <p:childTnLst>
                              <p:par>
                                <p:cTn id="65" nodeType="clickEffect" fill="hold" presetClass="entr" presetID="1">
                                  <p:stCondLst>
                                    <p:cond delay="0"/>
                                  </p:stCondLst>
                                  <p:childTnLst>
                                    <p:set>
                                      <p:cBhvr>
                                        <p:cTn id="66" dur="1" fill="hold">
                                          <p:stCondLst>
                                            <p:cond delay="0"/>
                                          </p:stCondLst>
                                        </p:cTn>
                                        <p:tgtEl>
                                          <p:spTgt spid="39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nodeType="clickEffect" fill="hold" presetClass="entr" presetID="1">
                                  <p:stCondLst>
                                    <p:cond delay="0"/>
                                  </p:stCondLst>
                                  <p:childTnLst>
                                    <p:set>
                                      <p:cBhvr>
                                        <p:cTn id="70" dur="1" fill="hold">
                                          <p:stCondLst>
                                            <p:cond delay="0"/>
                                          </p:stCondLst>
                                        </p:cTn>
                                        <p:tgtEl>
                                          <p:spTgt spid="39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4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1f1f1"/>
        </a:solidFill>
      </p:bgPr>
    </p:bg>
    <p:spTree>
      <p:nvGrpSpPr>
        <p:cNvPr id="1" name=""/>
        <p:cNvGrpSpPr/>
        <p:nvPr/>
      </p:nvGrpSpPr>
      <p:grpSpPr>
        <a:xfrm>
          <a:off x="0" y="0"/>
          <a:ext cx="0" cy="0"/>
          <a:chOff x="0" y="0"/>
          <a:chExt cx="0" cy="0"/>
        </a:xfrm>
      </p:grpSpPr>
      <p:grpSp>
        <p:nvGrpSpPr>
          <p:cNvPr id="413" name="Group 1"/>
          <p:cNvGrpSpPr/>
          <p:nvPr/>
        </p:nvGrpSpPr>
        <p:grpSpPr>
          <a:xfrm>
            <a:off x="1028880" y="-439560"/>
            <a:ext cx="4551840" cy="11024280"/>
            <a:chOff x="1028880" y="-439560"/>
            <a:chExt cx="4551840" cy="11024280"/>
          </a:xfrm>
        </p:grpSpPr>
        <p:sp>
          <p:nvSpPr>
            <p:cNvPr id="414" name="CustomShape 2"/>
            <p:cNvSpPr/>
            <p:nvPr/>
          </p:nvSpPr>
          <p:spPr>
            <a:xfrm>
              <a:off x="1028880" y="-294840"/>
              <a:ext cx="4551840" cy="10879560"/>
            </a:xfrm>
            <a:custGeom>
              <a:avLst/>
              <a:gdLst/>
              <a:ahLst/>
              <a:rect l="l" t="t" r="r" b="b"/>
              <a:pathLst>
                <a:path w="1198892" h="2865496">
                  <a:moveTo>
                    <a:pt x="85038" y="0"/>
                  </a:moveTo>
                  <a:lnTo>
                    <a:pt x="1113855" y="0"/>
                  </a:lnTo>
                  <a:cubicBezTo>
                    <a:pt x="1136408" y="0"/>
                    <a:pt x="1158038" y="8959"/>
                    <a:pt x="1173985" y="24907"/>
                  </a:cubicBezTo>
                  <a:cubicBezTo>
                    <a:pt x="1189933" y="40855"/>
                    <a:pt x="1198892" y="62484"/>
                    <a:pt x="1198892" y="85038"/>
                  </a:cubicBezTo>
                  <a:lnTo>
                    <a:pt x="1198892" y="2780458"/>
                  </a:lnTo>
                  <a:cubicBezTo>
                    <a:pt x="1198892" y="2803011"/>
                    <a:pt x="1189933" y="2824641"/>
                    <a:pt x="1173985" y="2840589"/>
                  </a:cubicBezTo>
                  <a:cubicBezTo>
                    <a:pt x="1158038" y="2856536"/>
                    <a:pt x="1136408" y="2865496"/>
                    <a:pt x="1113855" y="2865496"/>
                  </a:cubicBezTo>
                  <a:lnTo>
                    <a:pt x="85038" y="2865496"/>
                  </a:lnTo>
                  <a:cubicBezTo>
                    <a:pt x="62484" y="2865496"/>
                    <a:pt x="40855" y="2856536"/>
                    <a:pt x="24907" y="2840589"/>
                  </a:cubicBezTo>
                  <a:cubicBezTo>
                    <a:pt x="8959" y="2824641"/>
                    <a:pt x="0" y="2803011"/>
                    <a:pt x="0" y="2780458"/>
                  </a:cubicBezTo>
                  <a:lnTo>
                    <a:pt x="0" y="85038"/>
                  </a:lnTo>
                  <a:cubicBezTo>
                    <a:pt x="0" y="62484"/>
                    <a:pt x="8959" y="40855"/>
                    <a:pt x="24907" y="24907"/>
                  </a:cubicBezTo>
                  <a:cubicBezTo>
                    <a:pt x="40855" y="8959"/>
                    <a:pt x="62484" y="0"/>
                    <a:pt x="85038" y="0"/>
                  </a:cubicBezTo>
                  <a:close/>
                </a:path>
              </a:pathLst>
            </a:custGeom>
            <a:solidFill>
              <a:srgbClr val="146a82"/>
            </a:solidFill>
            <a:ln w="0">
              <a:noFill/>
            </a:ln>
          </p:spPr>
          <p:style>
            <a:lnRef idx="0"/>
            <a:fillRef idx="0"/>
            <a:effectRef idx="0"/>
            <a:fontRef idx="minor"/>
          </p:style>
        </p:sp>
        <p:sp>
          <p:nvSpPr>
            <p:cNvPr id="415" name="CustomShape 3"/>
            <p:cNvSpPr/>
            <p:nvPr/>
          </p:nvSpPr>
          <p:spPr>
            <a:xfrm>
              <a:off x="1028880" y="-439560"/>
              <a:ext cx="4551840" cy="11024280"/>
            </a:xfrm>
            <a:prstGeom prst="rect">
              <a:avLst/>
            </a:prstGeom>
            <a:noFill/>
            <a:ln w="0">
              <a:noFill/>
            </a:ln>
          </p:spPr>
          <p:style>
            <a:lnRef idx="0"/>
            <a:fillRef idx="0"/>
            <a:effectRef idx="0"/>
            <a:fontRef idx="minor"/>
          </p:style>
        </p:sp>
      </p:grpSp>
      <p:sp>
        <p:nvSpPr>
          <p:cNvPr id="416" name="CustomShape 4"/>
          <p:cNvSpPr/>
          <p:nvPr/>
        </p:nvSpPr>
        <p:spPr>
          <a:xfrm rot="16200000">
            <a:off x="-982800" y="4508640"/>
            <a:ext cx="8229240" cy="1270080"/>
          </a:xfrm>
          <a:prstGeom prst="rect">
            <a:avLst/>
          </a:prstGeom>
          <a:noFill/>
          <a:ln w="0">
            <a:noFill/>
          </a:ln>
        </p:spPr>
        <p:style>
          <a:lnRef idx="0"/>
          <a:fillRef idx="0"/>
          <a:effectRef idx="0"/>
          <a:fontRef idx="minor"/>
        </p:style>
        <p:txBody>
          <a:bodyPr lIns="0" rIns="0" tIns="0" bIns="0">
            <a:spAutoFit/>
          </a:bodyPr>
          <a:p>
            <a:pPr algn="ctr">
              <a:lnSpc>
                <a:spcPts val="9998"/>
              </a:lnSpc>
            </a:pPr>
            <a:r>
              <a:rPr b="0" lang="en-US" sz="10000" spc="-1" strike="noStrike">
                <a:solidFill>
                  <a:srgbClr val="ffffff"/>
                </a:solidFill>
                <a:latin typeface="Do Hyeon"/>
                <a:ea typeface="Do Hyeon"/>
              </a:rPr>
              <a:t>Data Analysis</a:t>
            </a:r>
            <a:endParaRPr b="0" lang="de-DE" sz="10000" spc="-1" strike="noStrike">
              <a:latin typeface="Arial"/>
            </a:endParaRPr>
          </a:p>
        </p:txBody>
      </p:sp>
      <p:grpSp>
        <p:nvGrpSpPr>
          <p:cNvPr id="417" name="Group 5"/>
          <p:cNvGrpSpPr/>
          <p:nvPr/>
        </p:nvGrpSpPr>
        <p:grpSpPr>
          <a:xfrm>
            <a:off x="4788720" y="1687680"/>
            <a:ext cx="12470040" cy="1583640"/>
            <a:chOff x="4788720" y="1687680"/>
            <a:chExt cx="12470040" cy="1583640"/>
          </a:xfrm>
        </p:grpSpPr>
        <p:sp>
          <p:nvSpPr>
            <p:cNvPr id="418" name="CustomShape 6"/>
            <p:cNvSpPr/>
            <p:nvPr/>
          </p:nvSpPr>
          <p:spPr>
            <a:xfrm>
              <a:off x="6781680" y="1800720"/>
              <a:ext cx="10477080" cy="1275840"/>
            </a:xfrm>
            <a:prstGeom prst="rect">
              <a:avLst/>
            </a:prstGeom>
            <a:noFill/>
            <a:ln w="0">
              <a:noFill/>
            </a:ln>
          </p:spPr>
          <p:style>
            <a:lnRef idx="0"/>
            <a:fillRef idx="0"/>
            <a:effectRef idx="0"/>
            <a:fontRef idx="minor"/>
          </p:style>
          <p:txBody>
            <a:bodyPr lIns="0" rIns="0" tIns="0" bIns="0">
              <a:spAutoFit/>
            </a:bodyPr>
            <a:p>
              <a:pPr>
                <a:lnSpc>
                  <a:spcPts val="5400"/>
                </a:lnSpc>
              </a:pPr>
              <a:r>
                <a:rPr b="0" lang="en-US" sz="3600" spc="-1" strike="noStrike">
                  <a:solidFill>
                    <a:srgbClr val="146a82"/>
                  </a:solidFill>
                  <a:latin typeface="Rosario Bold"/>
                  <a:ea typeface="Rosario Bold"/>
                </a:rPr>
                <a:t>Quantitative Data</a:t>
              </a:r>
              <a:endParaRPr b="0" lang="de-DE" sz="3600" spc="-1" strike="noStrike">
                <a:latin typeface="Arial"/>
              </a:endParaRPr>
            </a:p>
            <a:p>
              <a:pPr>
                <a:lnSpc>
                  <a:spcPts val="4649"/>
                </a:lnSpc>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Descriptive Statistic</a:t>
              </a:r>
              <a:endParaRPr b="0" lang="de-DE" sz="3100" spc="-1" strike="noStrike">
                <a:latin typeface="Arial"/>
              </a:endParaRPr>
            </a:p>
          </p:txBody>
        </p:sp>
        <p:grpSp>
          <p:nvGrpSpPr>
            <p:cNvPr id="419" name="Group 7"/>
            <p:cNvGrpSpPr/>
            <p:nvPr/>
          </p:nvGrpSpPr>
          <p:grpSpPr>
            <a:xfrm>
              <a:off x="4788720" y="1687680"/>
              <a:ext cx="1583640" cy="1583640"/>
              <a:chOff x="4788720" y="1687680"/>
              <a:chExt cx="1583640" cy="1583640"/>
            </a:xfrm>
          </p:grpSpPr>
          <p:grpSp>
            <p:nvGrpSpPr>
              <p:cNvPr id="420" name="Group 8"/>
              <p:cNvGrpSpPr/>
              <p:nvPr/>
            </p:nvGrpSpPr>
            <p:grpSpPr>
              <a:xfrm>
                <a:off x="4788720" y="1687680"/>
                <a:ext cx="1583640" cy="1583640"/>
                <a:chOff x="4788720" y="1687680"/>
                <a:chExt cx="1583640" cy="1583640"/>
              </a:xfrm>
            </p:grpSpPr>
            <p:sp>
              <p:nvSpPr>
                <p:cNvPr id="421" name="CustomShape 9"/>
                <p:cNvSpPr/>
                <p:nvPr/>
              </p:nvSpPr>
              <p:spPr>
                <a:xfrm>
                  <a:off x="4788720" y="168768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422" name="CustomShape 10"/>
                <p:cNvSpPr/>
                <p:nvPr/>
              </p:nvSpPr>
              <p:spPr>
                <a:xfrm>
                  <a:off x="4937040" y="1743480"/>
                  <a:ext cx="1286640" cy="1379520"/>
                </a:xfrm>
                <a:prstGeom prst="rect">
                  <a:avLst/>
                </a:prstGeom>
                <a:noFill/>
                <a:ln w="0">
                  <a:noFill/>
                </a:ln>
              </p:spPr>
              <p:style>
                <a:lnRef idx="0"/>
                <a:fillRef idx="0"/>
                <a:effectRef idx="0"/>
                <a:fontRef idx="minor"/>
              </p:style>
            </p:sp>
          </p:grpSp>
          <p:sp>
            <p:nvSpPr>
              <p:cNvPr id="423" name="CustomShape 11"/>
              <p:cNvSpPr/>
              <p:nvPr/>
            </p:nvSpPr>
            <p:spPr>
              <a:xfrm>
                <a:off x="5298480" y="19479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01</a:t>
                </a:r>
                <a:endParaRPr b="0" lang="de-DE" sz="5000" spc="-1" strike="noStrike">
                  <a:latin typeface="Arial"/>
                </a:endParaRPr>
              </a:p>
            </p:txBody>
          </p:sp>
        </p:grpSp>
      </p:grpSp>
      <p:grpSp>
        <p:nvGrpSpPr>
          <p:cNvPr id="424" name="Group 12"/>
          <p:cNvGrpSpPr/>
          <p:nvPr/>
        </p:nvGrpSpPr>
        <p:grpSpPr>
          <a:xfrm>
            <a:off x="4788720" y="4272120"/>
            <a:ext cx="12470040" cy="1583640"/>
            <a:chOff x="4788720" y="4272120"/>
            <a:chExt cx="12470040" cy="1583640"/>
          </a:xfrm>
        </p:grpSpPr>
        <p:sp>
          <p:nvSpPr>
            <p:cNvPr id="425" name="CustomShape 13"/>
            <p:cNvSpPr/>
            <p:nvPr/>
          </p:nvSpPr>
          <p:spPr>
            <a:xfrm>
              <a:off x="6781680" y="4407840"/>
              <a:ext cx="10477080" cy="1256760"/>
            </a:xfrm>
            <a:prstGeom prst="rect">
              <a:avLst/>
            </a:prstGeom>
            <a:noFill/>
            <a:ln w="0">
              <a:noFill/>
            </a:ln>
          </p:spPr>
          <p:style>
            <a:lnRef idx="0"/>
            <a:fillRef idx="0"/>
            <a:effectRef idx="0"/>
            <a:fontRef idx="minor"/>
          </p:style>
          <p:txBody>
            <a:bodyPr lIns="0" rIns="0" tIns="0" bIns="0">
              <a:spAutoFit/>
            </a:bodyPr>
            <a:p>
              <a:pPr>
                <a:lnSpc>
                  <a:spcPts val="5250"/>
                </a:lnSpc>
              </a:pPr>
              <a:r>
                <a:rPr b="0" lang="en-US" sz="3500" spc="-1" strike="noStrike">
                  <a:solidFill>
                    <a:srgbClr val="146a82"/>
                  </a:solidFill>
                  <a:latin typeface="Rosario Bold"/>
                  <a:ea typeface="Rosario Bold"/>
                </a:rPr>
                <a:t>Qualitative Data</a:t>
              </a:r>
              <a:endParaRPr b="0" lang="de-DE" sz="3500" spc="-1" strike="noStrike">
                <a:latin typeface="Arial"/>
              </a:endParaRPr>
            </a:p>
            <a:p>
              <a:pPr>
                <a:lnSpc>
                  <a:spcPts val="4649"/>
                </a:lnSpc>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Reflexive Inductive Thematic Analysis</a:t>
              </a:r>
              <a:endParaRPr b="0" lang="de-DE" sz="3100" spc="-1" strike="noStrike">
                <a:latin typeface="Arial"/>
              </a:endParaRPr>
            </a:p>
          </p:txBody>
        </p:sp>
        <p:grpSp>
          <p:nvGrpSpPr>
            <p:cNvPr id="426" name="Group 14"/>
            <p:cNvGrpSpPr/>
            <p:nvPr/>
          </p:nvGrpSpPr>
          <p:grpSpPr>
            <a:xfrm>
              <a:off x="4788720" y="4272120"/>
              <a:ext cx="1583640" cy="1583640"/>
              <a:chOff x="4788720" y="4272120"/>
              <a:chExt cx="1583640" cy="1583640"/>
            </a:xfrm>
          </p:grpSpPr>
          <p:sp>
            <p:nvSpPr>
              <p:cNvPr id="427" name="CustomShape 15"/>
              <p:cNvSpPr/>
              <p:nvPr/>
            </p:nvSpPr>
            <p:spPr>
              <a:xfrm>
                <a:off x="4788720" y="427212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428" name="CustomShape 16"/>
              <p:cNvSpPr/>
              <p:nvPr/>
            </p:nvSpPr>
            <p:spPr>
              <a:xfrm>
                <a:off x="4937040" y="4327560"/>
                <a:ext cx="1286640" cy="1379520"/>
              </a:xfrm>
              <a:prstGeom prst="rect">
                <a:avLst/>
              </a:prstGeom>
              <a:noFill/>
              <a:ln w="0">
                <a:noFill/>
              </a:ln>
            </p:spPr>
            <p:style>
              <a:lnRef idx="0"/>
              <a:fillRef idx="0"/>
              <a:effectRef idx="0"/>
              <a:fontRef idx="minor"/>
            </p:style>
          </p:sp>
        </p:grpSp>
        <p:sp>
          <p:nvSpPr>
            <p:cNvPr id="429" name="CustomShape 17"/>
            <p:cNvSpPr/>
            <p:nvPr/>
          </p:nvSpPr>
          <p:spPr>
            <a:xfrm>
              <a:off x="5270040" y="44751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02</a:t>
              </a:r>
              <a:endParaRPr b="0" lang="de-DE" sz="5000" spc="-1" strike="noStrike">
                <a:latin typeface="Arial"/>
              </a:endParaRPr>
            </a:p>
          </p:txBody>
        </p:sp>
      </p:grpSp>
    </p:spTree>
  </p:cSld>
  <mc:AlternateContent>
    <mc:Choice Requires="p14">
      <p:transition spd="slow" p14:dur="2000"/>
    </mc:Choice>
    <mc:Fallback>
      <p:transition spd="slow"/>
    </mc:Fallback>
  </mc:AlternateContent>
  <p:timing>
    <p:tnLst>
      <p:par>
        <p:cTn id="75" dur="indefinite" restart="never" nodeType="tmRoot">
          <p:childTnLst>
            <p:seq>
              <p:cTn id="76" dur="indefinite" nodeType="mainSeq">
                <p:childTnLst>
                  <p:par>
                    <p:cTn id="77" fill="hold">
                      <p:stCondLst>
                        <p:cond delay="indefinite"/>
                      </p:stCondLst>
                      <p:childTnLst>
                        <p:par>
                          <p:cTn id="78" fill="hold">
                            <p:stCondLst>
                              <p:cond delay="0"/>
                            </p:stCondLst>
                            <p:childTnLst>
                              <p:par>
                                <p:cTn id="79" nodeType="clickEffect" fill="hold" presetClass="entr" presetID="1">
                                  <p:stCondLst>
                                    <p:cond delay="0"/>
                                  </p:stCondLst>
                                  <p:childTnLst>
                                    <p:set>
                                      <p:cBhvr>
                                        <p:cTn id="80" dur="1" fill="hold">
                                          <p:stCondLst>
                                            <p:cond delay="0"/>
                                          </p:stCondLst>
                                        </p:cTn>
                                        <p:tgtEl>
                                          <p:spTgt spid="417"/>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nodeType="clickEffect" fill="hold" presetClass="entr" presetID="1">
                                  <p:stCondLst>
                                    <p:cond delay="0"/>
                                  </p:stCondLst>
                                  <p:childTnLst>
                                    <p:set>
                                      <p:cBhvr>
                                        <p:cTn id="84"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6a82"/>
        </a:solidFill>
      </p:bgPr>
    </p:bg>
    <p:spTree>
      <p:nvGrpSpPr>
        <p:cNvPr id="1" name=""/>
        <p:cNvGrpSpPr/>
        <p:nvPr/>
      </p:nvGrpSpPr>
      <p:grpSpPr>
        <a:xfrm>
          <a:off x="0" y="0"/>
          <a:ext cx="0" cy="0"/>
          <a:chOff x="0" y="0"/>
          <a:chExt cx="0" cy="0"/>
        </a:xfrm>
      </p:grpSpPr>
      <p:grpSp>
        <p:nvGrpSpPr>
          <p:cNvPr id="430" name="Group 1"/>
          <p:cNvGrpSpPr/>
          <p:nvPr/>
        </p:nvGrpSpPr>
        <p:grpSpPr>
          <a:xfrm>
            <a:off x="-1685520" y="3912840"/>
            <a:ext cx="21620880" cy="2094480"/>
            <a:chOff x="-1685520" y="3912840"/>
            <a:chExt cx="21620880" cy="2094480"/>
          </a:xfrm>
        </p:grpSpPr>
        <p:sp>
          <p:nvSpPr>
            <p:cNvPr id="431" name="CustomShape 2"/>
            <p:cNvSpPr/>
            <p:nvPr/>
          </p:nvSpPr>
          <p:spPr>
            <a:xfrm>
              <a:off x="-1685520" y="4102560"/>
              <a:ext cx="21620880" cy="1904760"/>
            </a:xfrm>
            <a:custGeom>
              <a:avLst/>
              <a:gdLst/>
              <a:ahLst/>
              <a:rect l="l" t="t" r="r" b="b"/>
              <a:pathLst>
                <a:path w="4341742" h="382547">
                  <a:moveTo>
                    <a:pt x="35807" y="0"/>
                  </a:moveTo>
                  <a:lnTo>
                    <a:pt x="4305935" y="0"/>
                  </a:lnTo>
                  <a:cubicBezTo>
                    <a:pt x="4325711" y="0"/>
                    <a:pt x="4341742" y="16031"/>
                    <a:pt x="4341742" y="35807"/>
                  </a:cubicBezTo>
                  <a:lnTo>
                    <a:pt x="4341742" y="346740"/>
                  </a:lnTo>
                  <a:cubicBezTo>
                    <a:pt x="4341742" y="366516"/>
                    <a:pt x="4325711" y="382547"/>
                    <a:pt x="4305935" y="382547"/>
                  </a:cubicBezTo>
                  <a:lnTo>
                    <a:pt x="35807" y="382547"/>
                  </a:lnTo>
                  <a:cubicBezTo>
                    <a:pt x="16031" y="382547"/>
                    <a:pt x="0" y="366516"/>
                    <a:pt x="0" y="346740"/>
                  </a:cubicBezTo>
                  <a:lnTo>
                    <a:pt x="0" y="35807"/>
                  </a:lnTo>
                  <a:cubicBezTo>
                    <a:pt x="0" y="16031"/>
                    <a:pt x="16031" y="0"/>
                    <a:pt x="35807" y="0"/>
                  </a:cubicBezTo>
                  <a:close/>
                </a:path>
              </a:pathLst>
            </a:custGeom>
            <a:solidFill>
              <a:srgbClr val="f1f1f1"/>
            </a:solidFill>
            <a:ln cap="rnd" w="47625">
              <a:solidFill>
                <a:srgbClr val="177e9b"/>
              </a:solidFill>
              <a:round/>
            </a:ln>
          </p:spPr>
          <p:style>
            <a:lnRef idx="0"/>
            <a:fillRef idx="0"/>
            <a:effectRef idx="0"/>
            <a:fontRef idx="minor"/>
          </p:style>
        </p:sp>
        <p:sp>
          <p:nvSpPr>
            <p:cNvPr id="432" name="CustomShape 3"/>
            <p:cNvSpPr/>
            <p:nvPr/>
          </p:nvSpPr>
          <p:spPr>
            <a:xfrm>
              <a:off x="-1685520" y="3912840"/>
              <a:ext cx="21620880" cy="2094480"/>
            </a:xfrm>
            <a:prstGeom prst="rect">
              <a:avLst/>
            </a:prstGeom>
            <a:noFill/>
            <a:ln w="0">
              <a:noFill/>
            </a:ln>
          </p:spPr>
          <p:style>
            <a:lnRef idx="0"/>
            <a:fillRef idx="0"/>
            <a:effectRef idx="0"/>
            <a:fontRef idx="minor"/>
          </p:style>
        </p:sp>
      </p:grpSp>
      <p:sp>
        <p:nvSpPr>
          <p:cNvPr id="433" name="CustomShape 4"/>
          <p:cNvSpPr/>
          <p:nvPr/>
        </p:nvSpPr>
        <p:spPr>
          <a:xfrm>
            <a:off x="5051520" y="3956040"/>
            <a:ext cx="8184240" cy="1778400"/>
          </a:xfrm>
          <a:prstGeom prst="rect">
            <a:avLst/>
          </a:prstGeom>
          <a:noFill/>
          <a:ln w="0">
            <a:noFill/>
          </a:ln>
        </p:spPr>
        <p:style>
          <a:lnRef idx="0"/>
          <a:fillRef idx="0"/>
          <a:effectRef idx="0"/>
          <a:fontRef idx="minor"/>
        </p:style>
        <p:txBody>
          <a:bodyPr lIns="0" rIns="0" tIns="0" bIns="0">
            <a:spAutoFit/>
          </a:bodyPr>
          <a:p>
            <a:pPr algn="ctr">
              <a:lnSpc>
                <a:spcPts val="14000"/>
              </a:lnSpc>
            </a:pPr>
            <a:r>
              <a:rPr b="0" lang="en-US" sz="10000" spc="-1" strike="noStrike">
                <a:solidFill>
                  <a:srgbClr val="146a82"/>
                </a:solidFill>
                <a:latin typeface="Do Hyeon"/>
                <a:ea typeface="Do Hyeon"/>
              </a:rPr>
              <a:t>Results</a:t>
            </a:r>
            <a:endParaRPr b="0" lang="de-DE" sz="10000" spc="-1" strike="noStrike">
              <a:latin typeface="Arial"/>
            </a:endParaRPr>
          </a:p>
        </p:txBody>
      </p:sp>
      <p:grpSp>
        <p:nvGrpSpPr>
          <p:cNvPr id="434" name="Group 5"/>
          <p:cNvGrpSpPr/>
          <p:nvPr/>
        </p:nvGrpSpPr>
        <p:grpSpPr>
          <a:xfrm>
            <a:off x="1048680" y="838800"/>
            <a:ext cx="5714640" cy="2475720"/>
            <a:chOff x="1048680" y="838800"/>
            <a:chExt cx="5714640" cy="2475720"/>
          </a:xfrm>
        </p:grpSpPr>
        <p:sp>
          <p:nvSpPr>
            <p:cNvPr id="435" name="CustomShape 6"/>
            <p:cNvSpPr/>
            <p:nvPr/>
          </p:nvSpPr>
          <p:spPr>
            <a:xfrm>
              <a:off x="1048680" y="1028880"/>
              <a:ext cx="5714640" cy="2285640"/>
            </a:xfrm>
            <a:custGeom>
              <a:avLst/>
              <a:gdLst/>
              <a:ahLst/>
              <a:rect l="l" t="t" r="r" b="b"/>
              <a:pathLst>
                <a:path w="1147626" h="459051">
                  <a:moveTo>
                    <a:pt x="27093" y="0"/>
                  </a:moveTo>
                  <a:lnTo>
                    <a:pt x="1120533" y="0"/>
                  </a:lnTo>
                  <a:cubicBezTo>
                    <a:pt x="1127719" y="0"/>
                    <a:pt x="1134610" y="2854"/>
                    <a:pt x="1139691" y="7935"/>
                  </a:cubicBezTo>
                  <a:cubicBezTo>
                    <a:pt x="1144772" y="13016"/>
                    <a:pt x="1147626" y="19908"/>
                    <a:pt x="1147626" y="27093"/>
                  </a:cubicBezTo>
                  <a:lnTo>
                    <a:pt x="1147626" y="431957"/>
                  </a:lnTo>
                  <a:cubicBezTo>
                    <a:pt x="1147626" y="439143"/>
                    <a:pt x="1144772" y="446034"/>
                    <a:pt x="1139691" y="451115"/>
                  </a:cubicBezTo>
                  <a:cubicBezTo>
                    <a:pt x="1134610" y="456196"/>
                    <a:pt x="1127719" y="459051"/>
                    <a:pt x="1120533" y="459051"/>
                  </a:cubicBezTo>
                  <a:lnTo>
                    <a:pt x="27093" y="459051"/>
                  </a:lnTo>
                  <a:cubicBezTo>
                    <a:pt x="19908" y="459051"/>
                    <a:pt x="13016" y="456196"/>
                    <a:pt x="7935" y="451115"/>
                  </a:cubicBezTo>
                  <a:cubicBezTo>
                    <a:pt x="2854" y="446034"/>
                    <a:pt x="0" y="439143"/>
                    <a:pt x="0" y="431957"/>
                  </a:cubicBezTo>
                  <a:lnTo>
                    <a:pt x="0" y="27093"/>
                  </a:lnTo>
                  <a:cubicBezTo>
                    <a:pt x="0" y="19908"/>
                    <a:pt x="2854" y="13016"/>
                    <a:pt x="7935" y="7935"/>
                  </a:cubicBezTo>
                  <a:cubicBezTo>
                    <a:pt x="13016" y="2854"/>
                    <a:pt x="19908" y="0"/>
                    <a:pt x="27093" y="0"/>
                  </a:cubicBezTo>
                  <a:close/>
                </a:path>
              </a:pathLst>
            </a:custGeom>
            <a:solidFill>
              <a:srgbClr val="f1f1f1"/>
            </a:solidFill>
            <a:ln cap="sq" w="95250">
              <a:solidFill>
                <a:srgbClr val="77c5bd"/>
              </a:solidFill>
              <a:miter/>
            </a:ln>
          </p:spPr>
          <p:style>
            <a:lnRef idx="0"/>
            <a:fillRef idx="0"/>
            <a:effectRef idx="0"/>
            <a:fontRef idx="minor"/>
          </p:style>
        </p:sp>
        <p:sp>
          <p:nvSpPr>
            <p:cNvPr id="436" name="CustomShape 7"/>
            <p:cNvSpPr/>
            <p:nvPr/>
          </p:nvSpPr>
          <p:spPr>
            <a:xfrm>
              <a:off x="1048680" y="838800"/>
              <a:ext cx="5714640" cy="2475360"/>
            </a:xfrm>
            <a:prstGeom prst="rect">
              <a:avLst/>
            </a:prstGeom>
            <a:noFill/>
            <a:ln w="0">
              <a:noFill/>
            </a:ln>
          </p:spPr>
          <p:style>
            <a:lnRef idx="0"/>
            <a:fillRef idx="0"/>
            <a:effectRef idx="0"/>
            <a:fontRef idx="minor"/>
          </p:style>
        </p:sp>
      </p:grpSp>
      <p:sp>
        <p:nvSpPr>
          <p:cNvPr id="437" name="CustomShape 8"/>
          <p:cNvSpPr/>
          <p:nvPr/>
        </p:nvSpPr>
        <p:spPr>
          <a:xfrm>
            <a:off x="1723320" y="1639440"/>
            <a:ext cx="4340520" cy="1096920"/>
          </a:xfrm>
          <a:prstGeom prst="rect">
            <a:avLst/>
          </a:prstGeom>
          <a:noFill/>
          <a:ln w="0">
            <a:noFill/>
          </a:ln>
        </p:spPr>
        <p:style>
          <a:lnRef idx="0"/>
          <a:fillRef idx="0"/>
          <a:effectRef idx="0"/>
          <a:fontRef idx="minor"/>
        </p:style>
        <p:txBody>
          <a:bodyPr lIns="0" rIns="0" tIns="0" bIns="0">
            <a:spAutoFit/>
          </a:bodyPr>
          <a:p>
            <a:pPr algn="ctr">
              <a:lnSpc>
                <a:spcPts val="4320"/>
              </a:lnSpc>
            </a:pPr>
            <a:r>
              <a:rPr b="0" lang="en-US" sz="3600" spc="-1" strike="noStrike">
                <a:solidFill>
                  <a:srgbClr val="146a82"/>
                </a:solidFill>
                <a:latin typeface="Rosario Bold"/>
                <a:ea typeface="Rosario Bold"/>
              </a:rPr>
              <a:t>NECESSITY OF THE INTERVENTIONS</a:t>
            </a:r>
            <a:endParaRPr b="0" lang="de-DE" sz="3600" spc="-1" strike="noStrike">
              <a:latin typeface="Arial"/>
            </a:endParaRPr>
          </a:p>
        </p:txBody>
      </p:sp>
      <p:grpSp>
        <p:nvGrpSpPr>
          <p:cNvPr id="438" name="Group 9"/>
          <p:cNvGrpSpPr/>
          <p:nvPr/>
        </p:nvGrpSpPr>
        <p:grpSpPr>
          <a:xfrm>
            <a:off x="11569680" y="838800"/>
            <a:ext cx="5714640" cy="2475720"/>
            <a:chOff x="11569680" y="838800"/>
            <a:chExt cx="5714640" cy="2475720"/>
          </a:xfrm>
        </p:grpSpPr>
        <p:sp>
          <p:nvSpPr>
            <p:cNvPr id="439" name="CustomShape 10"/>
            <p:cNvSpPr/>
            <p:nvPr/>
          </p:nvSpPr>
          <p:spPr>
            <a:xfrm>
              <a:off x="11569680" y="1028880"/>
              <a:ext cx="5714640" cy="2285640"/>
            </a:xfrm>
            <a:custGeom>
              <a:avLst/>
              <a:gdLst/>
              <a:ahLst/>
              <a:rect l="l" t="t" r="r" b="b"/>
              <a:pathLst>
                <a:path w="1147626" h="459051">
                  <a:moveTo>
                    <a:pt x="27093" y="0"/>
                  </a:moveTo>
                  <a:lnTo>
                    <a:pt x="1120533" y="0"/>
                  </a:lnTo>
                  <a:cubicBezTo>
                    <a:pt x="1127719" y="0"/>
                    <a:pt x="1134610" y="2854"/>
                    <a:pt x="1139691" y="7935"/>
                  </a:cubicBezTo>
                  <a:cubicBezTo>
                    <a:pt x="1144772" y="13016"/>
                    <a:pt x="1147626" y="19908"/>
                    <a:pt x="1147626" y="27093"/>
                  </a:cubicBezTo>
                  <a:lnTo>
                    <a:pt x="1147626" y="431957"/>
                  </a:lnTo>
                  <a:cubicBezTo>
                    <a:pt x="1147626" y="439143"/>
                    <a:pt x="1144772" y="446034"/>
                    <a:pt x="1139691" y="451115"/>
                  </a:cubicBezTo>
                  <a:cubicBezTo>
                    <a:pt x="1134610" y="456196"/>
                    <a:pt x="1127719" y="459051"/>
                    <a:pt x="1120533" y="459051"/>
                  </a:cubicBezTo>
                  <a:lnTo>
                    <a:pt x="27093" y="459051"/>
                  </a:lnTo>
                  <a:cubicBezTo>
                    <a:pt x="19908" y="459051"/>
                    <a:pt x="13016" y="456196"/>
                    <a:pt x="7935" y="451115"/>
                  </a:cubicBezTo>
                  <a:cubicBezTo>
                    <a:pt x="2854" y="446034"/>
                    <a:pt x="0" y="439143"/>
                    <a:pt x="0" y="431957"/>
                  </a:cubicBezTo>
                  <a:lnTo>
                    <a:pt x="0" y="27093"/>
                  </a:lnTo>
                  <a:cubicBezTo>
                    <a:pt x="0" y="19908"/>
                    <a:pt x="2854" y="13016"/>
                    <a:pt x="7935" y="7935"/>
                  </a:cubicBezTo>
                  <a:cubicBezTo>
                    <a:pt x="13016" y="2854"/>
                    <a:pt x="19908" y="0"/>
                    <a:pt x="27093" y="0"/>
                  </a:cubicBezTo>
                  <a:close/>
                </a:path>
              </a:pathLst>
            </a:custGeom>
            <a:solidFill>
              <a:srgbClr val="f1f1f1"/>
            </a:solidFill>
            <a:ln cap="sq" w="95250">
              <a:solidFill>
                <a:srgbClr val="77c5bd"/>
              </a:solidFill>
              <a:miter/>
            </a:ln>
          </p:spPr>
          <p:style>
            <a:lnRef idx="0"/>
            <a:fillRef idx="0"/>
            <a:effectRef idx="0"/>
            <a:fontRef idx="minor"/>
          </p:style>
        </p:sp>
        <p:sp>
          <p:nvSpPr>
            <p:cNvPr id="440" name="CustomShape 11"/>
            <p:cNvSpPr/>
            <p:nvPr/>
          </p:nvSpPr>
          <p:spPr>
            <a:xfrm>
              <a:off x="11569680" y="838800"/>
              <a:ext cx="5714640" cy="2475360"/>
            </a:xfrm>
            <a:prstGeom prst="rect">
              <a:avLst/>
            </a:prstGeom>
            <a:noFill/>
            <a:ln w="0">
              <a:noFill/>
            </a:ln>
          </p:spPr>
          <p:style>
            <a:lnRef idx="0"/>
            <a:fillRef idx="0"/>
            <a:effectRef idx="0"/>
            <a:fontRef idx="minor"/>
          </p:style>
        </p:sp>
      </p:grpSp>
      <p:sp>
        <p:nvSpPr>
          <p:cNvPr id="441" name="CustomShape 12"/>
          <p:cNvSpPr/>
          <p:nvPr/>
        </p:nvSpPr>
        <p:spPr>
          <a:xfrm>
            <a:off x="11989800" y="1639440"/>
            <a:ext cx="4848840" cy="1096920"/>
          </a:xfrm>
          <a:prstGeom prst="rect">
            <a:avLst/>
          </a:prstGeom>
          <a:noFill/>
          <a:ln w="0">
            <a:noFill/>
          </a:ln>
        </p:spPr>
        <p:style>
          <a:lnRef idx="0"/>
          <a:fillRef idx="0"/>
          <a:effectRef idx="0"/>
          <a:fontRef idx="minor"/>
        </p:style>
        <p:txBody>
          <a:bodyPr lIns="0" rIns="0" tIns="0" bIns="0">
            <a:spAutoFit/>
          </a:bodyPr>
          <a:p>
            <a:pPr algn="ctr">
              <a:lnSpc>
                <a:spcPts val="4320"/>
              </a:lnSpc>
            </a:pPr>
            <a:r>
              <a:rPr b="0" lang="en-US" sz="3600" spc="-1" strike="noStrike">
                <a:solidFill>
                  <a:srgbClr val="146a82"/>
                </a:solidFill>
                <a:latin typeface="Rosario Bold"/>
                <a:ea typeface="Rosario Bold"/>
              </a:rPr>
              <a:t>EFFECTS OF THE INTERVENTIONS</a:t>
            </a:r>
            <a:endParaRPr b="0" lang="de-DE" sz="3600" spc="-1" strike="noStrike">
              <a:latin typeface="Arial"/>
            </a:endParaRPr>
          </a:p>
        </p:txBody>
      </p:sp>
      <p:grpSp>
        <p:nvGrpSpPr>
          <p:cNvPr id="442" name="Group 13"/>
          <p:cNvGrpSpPr/>
          <p:nvPr/>
        </p:nvGrpSpPr>
        <p:grpSpPr>
          <a:xfrm>
            <a:off x="6296040" y="6608520"/>
            <a:ext cx="5714640" cy="2475360"/>
            <a:chOff x="6296040" y="6608520"/>
            <a:chExt cx="5714640" cy="2475360"/>
          </a:xfrm>
        </p:grpSpPr>
        <p:sp>
          <p:nvSpPr>
            <p:cNvPr id="443" name="CustomShape 14"/>
            <p:cNvSpPr/>
            <p:nvPr/>
          </p:nvSpPr>
          <p:spPr>
            <a:xfrm>
              <a:off x="6296040" y="6798240"/>
              <a:ext cx="5714640" cy="2285640"/>
            </a:xfrm>
            <a:custGeom>
              <a:avLst/>
              <a:gdLst/>
              <a:ahLst/>
              <a:rect l="l" t="t" r="r" b="b"/>
              <a:pathLst>
                <a:path w="1147626" h="459051">
                  <a:moveTo>
                    <a:pt x="27093" y="0"/>
                  </a:moveTo>
                  <a:lnTo>
                    <a:pt x="1120533" y="0"/>
                  </a:lnTo>
                  <a:cubicBezTo>
                    <a:pt x="1127719" y="0"/>
                    <a:pt x="1134610" y="2854"/>
                    <a:pt x="1139691" y="7935"/>
                  </a:cubicBezTo>
                  <a:cubicBezTo>
                    <a:pt x="1144772" y="13016"/>
                    <a:pt x="1147626" y="19908"/>
                    <a:pt x="1147626" y="27093"/>
                  </a:cubicBezTo>
                  <a:lnTo>
                    <a:pt x="1147626" y="431957"/>
                  </a:lnTo>
                  <a:cubicBezTo>
                    <a:pt x="1147626" y="439143"/>
                    <a:pt x="1144772" y="446034"/>
                    <a:pt x="1139691" y="451115"/>
                  </a:cubicBezTo>
                  <a:cubicBezTo>
                    <a:pt x="1134610" y="456196"/>
                    <a:pt x="1127719" y="459051"/>
                    <a:pt x="1120533" y="459051"/>
                  </a:cubicBezTo>
                  <a:lnTo>
                    <a:pt x="27093" y="459051"/>
                  </a:lnTo>
                  <a:cubicBezTo>
                    <a:pt x="19908" y="459051"/>
                    <a:pt x="13016" y="456196"/>
                    <a:pt x="7935" y="451115"/>
                  </a:cubicBezTo>
                  <a:cubicBezTo>
                    <a:pt x="2854" y="446034"/>
                    <a:pt x="0" y="439143"/>
                    <a:pt x="0" y="431957"/>
                  </a:cubicBezTo>
                  <a:lnTo>
                    <a:pt x="0" y="27093"/>
                  </a:lnTo>
                  <a:cubicBezTo>
                    <a:pt x="0" y="19908"/>
                    <a:pt x="2854" y="13016"/>
                    <a:pt x="7935" y="7935"/>
                  </a:cubicBezTo>
                  <a:cubicBezTo>
                    <a:pt x="13016" y="2854"/>
                    <a:pt x="19908" y="0"/>
                    <a:pt x="27093" y="0"/>
                  </a:cubicBezTo>
                  <a:close/>
                </a:path>
              </a:pathLst>
            </a:custGeom>
            <a:solidFill>
              <a:srgbClr val="f1f1f1"/>
            </a:solidFill>
            <a:ln cap="sq" w="95250">
              <a:solidFill>
                <a:srgbClr val="77c5bd"/>
              </a:solidFill>
              <a:miter/>
            </a:ln>
          </p:spPr>
          <p:style>
            <a:lnRef idx="0"/>
            <a:fillRef idx="0"/>
            <a:effectRef idx="0"/>
            <a:fontRef idx="minor"/>
          </p:style>
        </p:sp>
        <p:sp>
          <p:nvSpPr>
            <p:cNvPr id="444" name="CustomShape 15"/>
            <p:cNvSpPr/>
            <p:nvPr/>
          </p:nvSpPr>
          <p:spPr>
            <a:xfrm>
              <a:off x="6296040" y="6608520"/>
              <a:ext cx="5714640" cy="2475360"/>
            </a:xfrm>
            <a:prstGeom prst="rect">
              <a:avLst/>
            </a:prstGeom>
            <a:noFill/>
            <a:ln w="0">
              <a:noFill/>
            </a:ln>
          </p:spPr>
          <p:style>
            <a:lnRef idx="0"/>
            <a:fillRef idx="0"/>
            <a:effectRef idx="0"/>
            <a:fontRef idx="minor"/>
          </p:style>
        </p:sp>
      </p:grpSp>
      <p:sp>
        <p:nvSpPr>
          <p:cNvPr id="445" name="CustomShape 16"/>
          <p:cNvSpPr/>
          <p:nvPr/>
        </p:nvSpPr>
        <p:spPr>
          <a:xfrm>
            <a:off x="6738480" y="7654320"/>
            <a:ext cx="4848840" cy="548280"/>
          </a:xfrm>
          <a:prstGeom prst="rect">
            <a:avLst/>
          </a:prstGeom>
          <a:noFill/>
          <a:ln w="0">
            <a:noFill/>
          </a:ln>
        </p:spPr>
        <p:style>
          <a:lnRef idx="0"/>
          <a:fillRef idx="0"/>
          <a:effectRef idx="0"/>
          <a:fontRef idx="minor"/>
        </p:style>
        <p:txBody>
          <a:bodyPr lIns="0" rIns="0" tIns="0" bIns="0">
            <a:spAutoFit/>
          </a:bodyPr>
          <a:p>
            <a:pPr algn="ctr">
              <a:lnSpc>
                <a:spcPts val="4320"/>
              </a:lnSpc>
            </a:pPr>
            <a:r>
              <a:rPr b="0" lang="en-US" sz="3600" spc="-1" strike="noStrike">
                <a:solidFill>
                  <a:srgbClr val="146a82"/>
                </a:solidFill>
                <a:latin typeface="Rosario Bold"/>
                <a:ea typeface="Rosario Bold"/>
              </a:rPr>
              <a:t>FUTURE WORK</a:t>
            </a:r>
            <a:endParaRPr b="0" lang="de-DE" sz="36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1f1f1"/>
        </a:solidFill>
      </p:bgPr>
    </p:bg>
    <p:spTree>
      <p:nvGrpSpPr>
        <p:cNvPr id="1" name=""/>
        <p:cNvGrpSpPr/>
        <p:nvPr/>
      </p:nvGrpSpPr>
      <p:grpSpPr>
        <a:xfrm>
          <a:off x="0" y="0"/>
          <a:ext cx="0" cy="0"/>
          <a:chOff x="0" y="0"/>
          <a:chExt cx="0" cy="0"/>
        </a:xfrm>
      </p:grpSpPr>
      <p:grpSp>
        <p:nvGrpSpPr>
          <p:cNvPr id="446" name="Group 1"/>
          <p:cNvGrpSpPr/>
          <p:nvPr/>
        </p:nvGrpSpPr>
        <p:grpSpPr>
          <a:xfrm>
            <a:off x="1028880" y="-439560"/>
            <a:ext cx="4551840" cy="11024280"/>
            <a:chOff x="1028880" y="-439560"/>
            <a:chExt cx="4551840" cy="11024280"/>
          </a:xfrm>
        </p:grpSpPr>
        <p:sp>
          <p:nvSpPr>
            <p:cNvPr id="447" name="CustomShape 2"/>
            <p:cNvSpPr/>
            <p:nvPr/>
          </p:nvSpPr>
          <p:spPr>
            <a:xfrm>
              <a:off x="1028880" y="-294840"/>
              <a:ext cx="4551840" cy="10879560"/>
            </a:xfrm>
            <a:custGeom>
              <a:avLst/>
              <a:gdLst/>
              <a:ahLst/>
              <a:rect l="l" t="t" r="r" b="b"/>
              <a:pathLst>
                <a:path w="1198892" h="2865496">
                  <a:moveTo>
                    <a:pt x="85038" y="0"/>
                  </a:moveTo>
                  <a:lnTo>
                    <a:pt x="1113855" y="0"/>
                  </a:lnTo>
                  <a:cubicBezTo>
                    <a:pt x="1136408" y="0"/>
                    <a:pt x="1158038" y="8959"/>
                    <a:pt x="1173985" y="24907"/>
                  </a:cubicBezTo>
                  <a:cubicBezTo>
                    <a:pt x="1189933" y="40855"/>
                    <a:pt x="1198892" y="62484"/>
                    <a:pt x="1198892" y="85038"/>
                  </a:cubicBezTo>
                  <a:lnTo>
                    <a:pt x="1198892" y="2780458"/>
                  </a:lnTo>
                  <a:cubicBezTo>
                    <a:pt x="1198892" y="2803011"/>
                    <a:pt x="1189933" y="2824641"/>
                    <a:pt x="1173985" y="2840589"/>
                  </a:cubicBezTo>
                  <a:cubicBezTo>
                    <a:pt x="1158038" y="2856536"/>
                    <a:pt x="1136408" y="2865496"/>
                    <a:pt x="1113855" y="2865496"/>
                  </a:cubicBezTo>
                  <a:lnTo>
                    <a:pt x="85038" y="2865496"/>
                  </a:lnTo>
                  <a:cubicBezTo>
                    <a:pt x="62484" y="2865496"/>
                    <a:pt x="40855" y="2856536"/>
                    <a:pt x="24907" y="2840589"/>
                  </a:cubicBezTo>
                  <a:cubicBezTo>
                    <a:pt x="8959" y="2824641"/>
                    <a:pt x="0" y="2803011"/>
                    <a:pt x="0" y="2780458"/>
                  </a:cubicBezTo>
                  <a:lnTo>
                    <a:pt x="0" y="85038"/>
                  </a:lnTo>
                  <a:cubicBezTo>
                    <a:pt x="0" y="62484"/>
                    <a:pt x="8959" y="40855"/>
                    <a:pt x="24907" y="24907"/>
                  </a:cubicBezTo>
                  <a:cubicBezTo>
                    <a:pt x="40855" y="8959"/>
                    <a:pt x="62484" y="0"/>
                    <a:pt x="85038" y="0"/>
                  </a:cubicBezTo>
                  <a:close/>
                </a:path>
              </a:pathLst>
            </a:custGeom>
            <a:solidFill>
              <a:srgbClr val="146a82"/>
            </a:solidFill>
            <a:ln w="0">
              <a:noFill/>
            </a:ln>
          </p:spPr>
          <p:style>
            <a:lnRef idx="0"/>
            <a:fillRef idx="0"/>
            <a:effectRef idx="0"/>
            <a:fontRef idx="minor"/>
          </p:style>
        </p:sp>
        <p:sp>
          <p:nvSpPr>
            <p:cNvPr id="448" name="CustomShape 3"/>
            <p:cNvSpPr/>
            <p:nvPr/>
          </p:nvSpPr>
          <p:spPr>
            <a:xfrm>
              <a:off x="1028880" y="-439560"/>
              <a:ext cx="4551840" cy="11024280"/>
            </a:xfrm>
            <a:prstGeom prst="rect">
              <a:avLst/>
            </a:prstGeom>
            <a:noFill/>
            <a:ln w="0">
              <a:noFill/>
            </a:ln>
          </p:spPr>
          <p:style>
            <a:lnRef idx="0"/>
            <a:fillRef idx="0"/>
            <a:effectRef idx="0"/>
            <a:fontRef idx="minor"/>
          </p:style>
        </p:sp>
      </p:grpSp>
      <p:sp>
        <p:nvSpPr>
          <p:cNvPr id="449" name="CustomShape 4"/>
          <p:cNvSpPr/>
          <p:nvPr/>
        </p:nvSpPr>
        <p:spPr>
          <a:xfrm rot="16200000">
            <a:off x="-1030680" y="4096080"/>
            <a:ext cx="8229240" cy="2095560"/>
          </a:xfrm>
          <a:prstGeom prst="rect">
            <a:avLst/>
          </a:prstGeom>
          <a:noFill/>
          <a:ln w="0">
            <a:noFill/>
          </a:ln>
        </p:spPr>
        <p:style>
          <a:lnRef idx="0"/>
          <a:fillRef idx="0"/>
          <a:effectRef idx="0"/>
          <a:fontRef idx="minor"/>
        </p:style>
        <p:txBody>
          <a:bodyPr lIns="0" rIns="0" tIns="0" bIns="0">
            <a:spAutoFit/>
          </a:bodyPr>
          <a:p>
            <a:pPr algn="ctr">
              <a:lnSpc>
                <a:spcPts val="9998"/>
              </a:lnSpc>
            </a:pPr>
            <a:r>
              <a:rPr b="0" lang="en-US" sz="10000" spc="-1" strike="noStrike">
                <a:solidFill>
                  <a:srgbClr val="ffffff"/>
                </a:solidFill>
                <a:latin typeface="Do Hyeon"/>
                <a:ea typeface="Do Hyeon"/>
              </a:rPr>
              <a:t>Necessity</a:t>
            </a:r>
            <a:endParaRPr b="0" lang="de-DE" sz="10000" spc="-1" strike="noStrike">
              <a:latin typeface="Arial"/>
            </a:endParaRPr>
          </a:p>
          <a:p>
            <a:pPr algn="ctr">
              <a:lnSpc>
                <a:spcPts val="6500"/>
              </a:lnSpc>
            </a:pPr>
            <a:r>
              <a:rPr b="0" lang="en-US" sz="6500" spc="-1" strike="noStrike">
                <a:solidFill>
                  <a:srgbClr val="ffffff"/>
                </a:solidFill>
                <a:latin typeface="Do Hyeon"/>
                <a:ea typeface="Do Hyeon"/>
              </a:rPr>
              <a:t>for the Interventions</a:t>
            </a:r>
            <a:endParaRPr b="0" lang="de-DE" sz="6500" spc="-1" strike="noStrike">
              <a:latin typeface="Arial"/>
            </a:endParaRPr>
          </a:p>
        </p:txBody>
      </p:sp>
      <p:grpSp>
        <p:nvGrpSpPr>
          <p:cNvPr id="450" name="Group 5"/>
          <p:cNvGrpSpPr/>
          <p:nvPr/>
        </p:nvGrpSpPr>
        <p:grpSpPr>
          <a:xfrm>
            <a:off x="4788720" y="1687680"/>
            <a:ext cx="12470760" cy="4224600"/>
            <a:chOff x="4788720" y="1687680"/>
            <a:chExt cx="12470760" cy="4224600"/>
          </a:xfrm>
        </p:grpSpPr>
        <p:grpSp>
          <p:nvGrpSpPr>
            <p:cNvPr id="451" name="Group 6"/>
            <p:cNvGrpSpPr/>
            <p:nvPr/>
          </p:nvGrpSpPr>
          <p:grpSpPr>
            <a:xfrm>
              <a:off x="4788720" y="1687680"/>
              <a:ext cx="1583640" cy="1583640"/>
              <a:chOff x="4788720" y="1687680"/>
              <a:chExt cx="1583640" cy="1583640"/>
            </a:xfrm>
          </p:grpSpPr>
          <p:grpSp>
            <p:nvGrpSpPr>
              <p:cNvPr id="452" name="Group 7"/>
              <p:cNvGrpSpPr/>
              <p:nvPr/>
            </p:nvGrpSpPr>
            <p:grpSpPr>
              <a:xfrm>
                <a:off x="4788720" y="1687680"/>
                <a:ext cx="1583640" cy="1583640"/>
                <a:chOff x="4788720" y="1687680"/>
                <a:chExt cx="1583640" cy="1583640"/>
              </a:xfrm>
            </p:grpSpPr>
            <p:sp>
              <p:nvSpPr>
                <p:cNvPr id="453" name="CustomShape 8"/>
                <p:cNvSpPr/>
                <p:nvPr/>
              </p:nvSpPr>
              <p:spPr>
                <a:xfrm>
                  <a:off x="4788720" y="168768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454" name="CustomShape 9"/>
                <p:cNvSpPr/>
                <p:nvPr/>
              </p:nvSpPr>
              <p:spPr>
                <a:xfrm>
                  <a:off x="4937040" y="1743480"/>
                  <a:ext cx="1286640" cy="1379520"/>
                </a:xfrm>
                <a:prstGeom prst="rect">
                  <a:avLst/>
                </a:prstGeom>
                <a:noFill/>
                <a:ln w="0">
                  <a:noFill/>
                </a:ln>
              </p:spPr>
              <p:style>
                <a:lnRef idx="0"/>
                <a:fillRef idx="0"/>
                <a:effectRef idx="0"/>
                <a:fontRef idx="minor"/>
              </p:style>
            </p:sp>
          </p:grpSp>
          <p:sp>
            <p:nvSpPr>
              <p:cNvPr id="455" name="CustomShape 10"/>
              <p:cNvSpPr/>
              <p:nvPr/>
            </p:nvSpPr>
            <p:spPr>
              <a:xfrm>
                <a:off x="5298480" y="19479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01</a:t>
                </a:r>
                <a:endParaRPr b="0" lang="de-DE" sz="5000" spc="-1" strike="noStrike">
                  <a:latin typeface="Arial"/>
                </a:endParaRPr>
              </a:p>
            </p:txBody>
          </p:sp>
        </p:grpSp>
        <p:grpSp>
          <p:nvGrpSpPr>
            <p:cNvPr id="456" name="Group 11"/>
            <p:cNvGrpSpPr/>
            <p:nvPr/>
          </p:nvGrpSpPr>
          <p:grpSpPr>
            <a:xfrm>
              <a:off x="6781680" y="1741680"/>
              <a:ext cx="10477800" cy="4170600"/>
              <a:chOff x="6781680" y="1741680"/>
              <a:chExt cx="10477800" cy="4170600"/>
            </a:xfrm>
          </p:grpSpPr>
          <p:sp>
            <p:nvSpPr>
              <p:cNvPr id="457" name="CustomShape 12"/>
              <p:cNvSpPr/>
              <p:nvPr/>
            </p:nvSpPr>
            <p:spPr>
              <a:xfrm>
                <a:off x="6781680" y="1741680"/>
                <a:ext cx="10477080" cy="1708920"/>
              </a:xfrm>
              <a:prstGeom prst="rect">
                <a:avLst/>
              </a:prstGeom>
              <a:noFill/>
              <a:ln w="0">
                <a:noFill/>
              </a:ln>
            </p:spPr>
            <p:style>
              <a:lnRef idx="0"/>
              <a:fillRef idx="0"/>
              <a:effectRef idx="0"/>
              <a:fontRef idx="minor"/>
            </p:style>
            <p:txBody>
              <a:bodyPr lIns="0" rIns="0" tIns="0" bIns="0">
                <a:spAutoFit/>
              </a:bodyPr>
              <a:p>
                <a:pPr>
                  <a:lnSpc>
                    <a:spcPts val="4320"/>
                  </a:lnSpc>
                  <a:spcBef>
                    <a:spcPts val="425"/>
                  </a:spcBef>
                  <a:spcAft>
                    <a:spcPts val="425"/>
                  </a:spcAft>
                </a:pPr>
                <a:r>
                  <a:rPr b="0" lang="en-US" sz="3600" spc="-1" strike="noStrike">
                    <a:solidFill>
                      <a:srgbClr val="146a82"/>
                    </a:solidFill>
                    <a:latin typeface="Rosario Bold"/>
                    <a:ea typeface="Rosario Bold"/>
                  </a:rPr>
                  <a:t>Experiences of Participants confirm Related Work</a:t>
                </a:r>
                <a:endParaRPr b="0" lang="de-DE" sz="3600" spc="-1" strike="noStrike">
                  <a:latin typeface="Arial"/>
                </a:endParaRPr>
              </a:p>
              <a:p>
                <a:pPr>
                  <a:lnSpc>
                    <a:spcPts val="3719"/>
                  </a:lnSpc>
                  <a:spcBef>
                    <a:spcPts val="425"/>
                  </a:spcBef>
                  <a:spcAft>
                    <a:spcPts val="425"/>
                  </a:spcAft>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The Problem of Phubbing actually exists</a:t>
                </a:r>
                <a:endParaRPr b="0" lang="de-DE" sz="3100" spc="-1" strike="noStrike">
                  <a:latin typeface="Arial"/>
                </a:endParaRPr>
              </a:p>
              <a:p>
                <a:pPr>
                  <a:lnSpc>
                    <a:spcPts val="3719"/>
                  </a:lnSpc>
                  <a:spcBef>
                    <a:spcPts val="425"/>
                  </a:spcBef>
                  <a:spcAft>
                    <a:spcPts val="425"/>
                  </a:spcAft>
                </a:pPr>
                <a:r>
                  <a:rPr b="0" lang="en-US" sz="3100" spc="-1" strike="noStrike">
                    <a:solidFill>
                      <a:srgbClr val="146a82"/>
                    </a:solidFill>
                    <a:latin typeface="Rosario Bold"/>
                    <a:ea typeface="Rosario Bold"/>
                  </a:rPr>
                  <a:t>→ </a:t>
                </a:r>
                <a:r>
                  <a:rPr b="0" lang="en-US" sz="3100" spc="-1" strike="noStrike">
                    <a:solidFill>
                      <a:srgbClr val="146a82"/>
                    </a:solidFill>
                    <a:latin typeface="Rosario Bold"/>
                    <a:ea typeface="Rosario Bold"/>
                  </a:rPr>
                  <a:t>Phubbing mainly by Friends, Relationship Partners, Family</a:t>
                </a:r>
                <a:endParaRPr b="0" lang="de-DE" sz="3100" spc="-1" strike="noStrike">
                  <a:latin typeface="Arial"/>
                </a:endParaRPr>
              </a:p>
            </p:txBody>
          </p:sp>
          <p:sp>
            <p:nvSpPr>
              <p:cNvPr id="458" name="CustomShape 13"/>
              <p:cNvSpPr/>
              <p:nvPr/>
            </p:nvSpPr>
            <p:spPr>
              <a:xfrm>
                <a:off x="6782400" y="4075920"/>
                <a:ext cx="10477080" cy="1836360"/>
              </a:xfrm>
              <a:prstGeom prst="rect">
                <a:avLst/>
              </a:prstGeom>
              <a:noFill/>
              <a:ln w="0">
                <a:noFill/>
              </a:ln>
            </p:spPr>
            <p:style>
              <a:lnRef idx="0"/>
              <a:fillRef idx="0"/>
              <a:effectRef idx="0"/>
              <a:fontRef idx="minor"/>
            </p:style>
            <p:txBody>
              <a:bodyPr lIns="0" rIns="0" tIns="0" bIns="0">
                <a:spAutoFit/>
              </a:bodyPr>
              <a:p>
                <a:pPr>
                  <a:lnSpc>
                    <a:spcPts val="3719"/>
                  </a:lnSpc>
                  <a:spcBef>
                    <a:spcPts val="425"/>
                  </a:spcBef>
                  <a:spcAft>
                    <a:spcPts val="425"/>
                  </a:spcAft>
                </a:pPr>
                <a:r>
                  <a:rPr b="0" i="1" lang="en-US" sz="3100" spc="-1" strike="noStrike">
                    <a:solidFill>
                      <a:srgbClr val="146a82"/>
                    </a:solidFill>
                    <a:latin typeface="Rosario "/>
                    <a:ea typeface="Rosario Bold Italics"/>
                  </a:rPr>
                  <a:t>“</a:t>
                </a:r>
                <a:r>
                  <a:rPr b="0" i="1" lang="en-US" sz="3100" spc="-1" strike="noStrike">
                    <a:solidFill>
                      <a:srgbClr val="146a82"/>
                    </a:solidFill>
                    <a:latin typeface="Rosario "/>
                    <a:ea typeface="Rosario Bold Italics"/>
                  </a:rPr>
                  <a:t>I think if people don't phub but talk to you and try to interact, then you automatically get to know each other better. But if someone is always on their smartphone, you have a barrier that blocks that.”</a:t>
                </a:r>
                <a:endParaRPr b="0" lang="de-DE" sz="3100" spc="-1" strike="noStrike">
                  <a:latin typeface="Arial"/>
                </a:endParaRPr>
              </a:p>
              <a:p>
                <a:pPr>
                  <a:lnSpc>
                    <a:spcPts val="2880"/>
                  </a:lnSpc>
                </a:pPr>
                <a:r>
                  <a:rPr b="0" lang="en-US" sz="2400" spc="-1" strike="noStrike">
                    <a:solidFill>
                      <a:srgbClr val="146a82"/>
                    </a:solidFill>
                    <a:latin typeface="Rosario Bold"/>
                    <a:ea typeface="Rosario Bold"/>
                  </a:rPr>
                  <a:t>[Participant 7B]</a:t>
                </a:r>
                <a:endParaRPr b="0" lang="de-DE" sz="2400" spc="-1" strike="noStrike">
                  <a:latin typeface="Arial"/>
                </a:endParaRPr>
              </a:p>
            </p:txBody>
          </p:sp>
        </p:grpSp>
      </p:grpSp>
      <p:grpSp>
        <p:nvGrpSpPr>
          <p:cNvPr id="459" name="Group 14"/>
          <p:cNvGrpSpPr/>
          <p:nvPr/>
        </p:nvGrpSpPr>
        <p:grpSpPr>
          <a:xfrm>
            <a:off x="4788720" y="6840000"/>
            <a:ext cx="12470040" cy="1583640"/>
            <a:chOff x="4788720" y="6840000"/>
            <a:chExt cx="12470040" cy="1583640"/>
          </a:xfrm>
        </p:grpSpPr>
        <p:grpSp>
          <p:nvGrpSpPr>
            <p:cNvPr id="460" name="Group 15"/>
            <p:cNvGrpSpPr/>
            <p:nvPr/>
          </p:nvGrpSpPr>
          <p:grpSpPr>
            <a:xfrm>
              <a:off x="4788720" y="6840000"/>
              <a:ext cx="12470040" cy="1583640"/>
              <a:chOff x="4788720" y="6840000"/>
              <a:chExt cx="12470040" cy="1583640"/>
            </a:xfrm>
          </p:grpSpPr>
          <p:sp>
            <p:nvSpPr>
              <p:cNvPr id="461" name="CustomShape 16"/>
              <p:cNvSpPr/>
              <p:nvPr/>
            </p:nvSpPr>
            <p:spPr>
              <a:xfrm>
                <a:off x="6781680" y="7146360"/>
                <a:ext cx="10477080" cy="1128600"/>
              </a:xfrm>
              <a:prstGeom prst="rect">
                <a:avLst/>
              </a:prstGeom>
              <a:noFill/>
              <a:ln w="0">
                <a:noFill/>
              </a:ln>
            </p:spPr>
            <p:style>
              <a:lnRef idx="0"/>
              <a:fillRef idx="0"/>
              <a:effectRef idx="0"/>
              <a:fontRef idx="minor"/>
            </p:style>
            <p:txBody>
              <a:bodyPr lIns="0" rIns="0" tIns="0" bIns="0">
                <a:spAutoFit/>
              </a:bodyPr>
              <a:p>
                <a:pPr>
                  <a:lnSpc>
                    <a:spcPts val="3719"/>
                  </a:lnSpc>
                  <a:spcBef>
                    <a:spcPts val="425"/>
                  </a:spcBef>
                  <a:spcAft>
                    <a:spcPts val="425"/>
                  </a:spcAft>
                </a:pPr>
                <a:r>
                  <a:rPr b="0" lang="en-US" sz="3100" spc="-1" strike="noStrike">
                    <a:solidFill>
                      <a:srgbClr val="146a82"/>
                    </a:solidFill>
                    <a:latin typeface="Rosario Bold"/>
                    <a:ea typeface="Rosario Bold"/>
                  </a:rPr>
                  <a:t>The phubbed Person shouldn’t have to ask not to be phubbed</a:t>
                </a:r>
                <a:endParaRPr b="0" lang="de-DE" sz="3100" spc="-1" strike="noStrike">
                  <a:latin typeface="Arial"/>
                </a:endParaRPr>
              </a:p>
              <a:p>
                <a:pPr>
                  <a:lnSpc>
                    <a:spcPts val="4320"/>
                  </a:lnSpc>
                  <a:spcBef>
                    <a:spcPts val="425"/>
                  </a:spcBef>
                  <a:spcAft>
                    <a:spcPts val="425"/>
                  </a:spcAft>
                </a:pPr>
                <a:r>
                  <a:rPr b="0" lang="en-US" sz="3600" spc="-1" strike="noStrike">
                    <a:solidFill>
                      <a:srgbClr val="146a82"/>
                    </a:solidFill>
                    <a:latin typeface="Rosario Bold"/>
                    <a:ea typeface="Rosario Bold"/>
                  </a:rPr>
                  <a:t>→ </a:t>
                </a:r>
                <a:r>
                  <a:rPr b="0" lang="en-US" sz="3600" spc="-1" strike="noStrike">
                    <a:solidFill>
                      <a:srgbClr val="146a82"/>
                    </a:solidFill>
                    <a:latin typeface="Rosario Bold"/>
                    <a:ea typeface="Rosario Bold"/>
                  </a:rPr>
                  <a:t>Phubbers should change their behavior</a:t>
                </a:r>
                <a:endParaRPr b="0" lang="de-DE" sz="3600" spc="-1" strike="noStrike">
                  <a:latin typeface="Arial"/>
                </a:endParaRPr>
              </a:p>
            </p:txBody>
          </p:sp>
          <p:grpSp>
            <p:nvGrpSpPr>
              <p:cNvPr id="462" name="Group 17"/>
              <p:cNvGrpSpPr/>
              <p:nvPr/>
            </p:nvGrpSpPr>
            <p:grpSpPr>
              <a:xfrm>
                <a:off x="4788720" y="6840000"/>
                <a:ext cx="1583640" cy="1583640"/>
                <a:chOff x="4788720" y="6840000"/>
                <a:chExt cx="1583640" cy="1583640"/>
              </a:xfrm>
            </p:grpSpPr>
            <p:sp>
              <p:nvSpPr>
                <p:cNvPr id="463" name="CustomShape 18"/>
                <p:cNvSpPr/>
                <p:nvPr/>
              </p:nvSpPr>
              <p:spPr>
                <a:xfrm>
                  <a:off x="4788720" y="684000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464" name="CustomShape 19"/>
                <p:cNvSpPr/>
                <p:nvPr/>
              </p:nvSpPr>
              <p:spPr>
                <a:xfrm>
                  <a:off x="4937040" y="6895800"/>
                  <a:ext cx="1286640" cy="1379520"/>
                </a:xfrm>
                <a:prstGeom prst="rect">
                  <a:avLst/>
                </a:prstGeom>
                <a:noFill/>
                <a:ln w="0">
                  <a:noFill/>
                </a:ln>
              </p:spPr>
              <p:style>
                <a:lnRef idx="0"/>
                <a:fillRef idx="0"/>
                <a:effectRef idx="0"/>
                <a:fontRef idx="minor"/>
              </p:style>
            </p:sp>
          </p:grpSp>
        </p:grpSp>
        <p:sp>
          <p:nvSpPr>
            <p:cNvPr id="465" name="CustomShape 20"/>
            <p:cNvSpPr/>
            <p:nvPr/>
          </p:nvSpPr>
          <p:spPr>
            <a:xfrm>
              <a:off x="5270040" y="705924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02</a:t>
              </a:r>
              <a:endParaRPr b="0" lang="de-DE" sz="5000" spc="-1" strike="noStrike">
                <a:latin typeface="Arial"/>
              </a:endParaRPr>
            </a:p>
          </p:txBody>
        </p:sp>
      </p:grpSp>
    </p:spTree>
  </p:cSld>
  <mc:AlternateContent>
    <mc:Choice Requires="p14">
      <p:transition spd="slow" p14:dur="2000"/>
    </mc:Choice>
    <mc:Fallback>
      <p:transition spd="slow"/>
    </mc:Fallback>
  </mc:AlternateContent>
  <p:timing>
    <p:tnLst>
      <p:par>
        <p:cTn id="85" dur="indefinite" restart="never" nodeType="tmRoot">
          <p:childTnLst>
            <p:seq>
              <p:cTn id="86" dur="indefinite" nodeType="mainSeq">
                <p:childTnLst>
                  <p:par>
                    <p:cTn id="87" fill="hold">
                      <p:stCondLst>
                        <p:cond delay="indefinite"/>
                      </p:stCondLst>
                      <p:childTnLst>
                        <p:par>
                          <p:cTn id="88" fill="hold">
                            <p:stCondLst>
                              <p:cond delay="0"/>
                            </p:stCondLst>
                            <p:childTnLst>
                              <p:par>
                                <p:cTn id="89" nodeType="clickEffect" fill="hold" presetClass="entr" presetID="1">
                                  <p:stCondLst>
                                    <p:cond delay="0"/>
                                  </p:stCondLst>
                                  <p:childTnLst>
                                    <p:set>
                                      <p:cBhvr>
                                        <p:cTn id="90" dur="1" fill="hold">
                                          <p:stCondLst>
                                            <p:cond delay="0"/>
                                          </p:stCondLst>
                                        </p:cTn>
                                        <p:tgtEl>
                                          <p:spTgt spid="450"/>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1">
                                  <p:stCondLst>
                                    <p:cond delay="0"/>
                                  </p:stCondLst>
                                  <p:childTnLst>
                                    <p:set>
                                      <p:cBhvr>
                                        <p:cTn id="94" dur="1" fill="hold">
                                          <p:stCondLst>
                                            <p:cond delay="0"/>
                                          </p:stCondLst>
                                        </p:cTn>
                                        <p:tgtEl>
                                          <p:spTgt spid="4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6a82"/>
        </a:solidFill>
      </p:bgPr>
    </p:bg>
    <p:spTree>
      <p:nvGrpSpPr>
        <p:cNvPr id="1" name=""/>
        <p:cNvGrpSpPr/>
        <p:nvPr/>
      </p:nvGrpSpPr>
      <p:grpSpPr>
        <a:xfrm>
          <a:off x="0" y="0"/>
          <a:ext cx="0" cy="0"/>
          <a:chOff x="0" y="0"/>
          <a:chExt cx="0" cy="0"/>
        </a:xfrm>
      </p:grpSpPr>
      <p:grpSp>
        <p:nvGrpSpPr>
          <p:cNvPr id="466" name="Group 1"/>
          <p:cNvGrpSpPr/>
          <p:nvPr/>
        </p:nvGrpSpPr>
        <p:grpSpPr>
          <a:xfrm>
            <a:off x="1860120" y="1788120"/>
            <a:ext cx="6675120" cy="6675120"/>
            <a:chOff x="1860120" y="1788120"/>
            <a:chExt cx="6675120" cy="6675120"/>
          </a:xfrm>
        </p:grpSpPr>
        <p:sp>
          <p:nvSpPr>
            <p:cNvPr id="467" name="CustomShape 2"/>
            <p:cNvSpPr/>
            <p:nvPr/>
          </p:nvSpPr>
          <p:spPr>
            <a:xfrm>
              <a:off x="1860120" y="1788120"/>
              <a:ext cx="6675120" cy="667512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8247"/>
            </a:solidFill>
            <a:ln w="0">
              <a:noFill/>
            </a:ln>
          </p:spPr>
          <p:style>
            <a:lnRef idx="0"/>
            <a:fillRef idx="0"/>
            <a:effectRef idx="0"/>
            <a:fontRef idx="minor"/>
          </p:style>
        </p:sp>
        <p:sp>
          <p:nvSpPr>
            <p:cNvPr id="468" name="CustomShape 3"/>
            <p:cNvSpPr/>
            <p:nvPr/>
          </p:nvSpPr>
          <p:spPr>
            <a:xfrm>
              <a:off x="2486160" y="2022840"/>
              <a:ext cx="5423400" cy="5814360"/>
            </a:xfrm>
            <a:prstGeom prst="rect">
              <a:avLst/>
            </a:prstGeom>
            <a:noFill/>
            <a:ln w="0">
              <a:noFill/>
            </a:ln>
          </p:spPr>
          <p:style>
            <a:lnRef idx="0"/>
            <a:fillRef idx="0"/>
            <a:effectRef idx="0"/>
            <a:fontRef idx="minor"/>
          </p:style>
        </p:sp>
      </p:grpSp>
      <p:pic>
        <p:nvPicPr>
          <p:cNvPr id="469" name="Picture 5" descr=""/>
          <p:cNvPicPr/>
          <p:nvPr/>
        </p:nvPicPr>
        <p:blipFill>
          <a:blip r:embed="rId1"/>
          <a:stretch/>
        </p:blipFill>
        <p:spPr>
          <a:xfrm>
            <a:off x="1321200" y="1266480"/>
            <a:ext cx="7753320" cy="7753320"/>
          </a:xfrm>
          <a:prstGeom prst="rect">
            <a:avLst/>
          </a:prstGeom>
          <a:ln w="0">
            <a:noFill/>
          </a:ln>
        </p:spPr>
      </p:pic>
      <p:grpSp>
        <p:nvGrpSpPr>
          <p:cNvPr id="470" name="Group 4"/>
          <p:cNvGrpSpPr/>
          <p:nvPr/>
        </p:nvGrpSpPr>
        <p:grpSpPr>
          <a:xfrm>
            <a:off x="9686160" y="3286800"/>
            <a:ext cx="334440" cy="334440"/>
            <a:chOff x="9686160" y="3286800"/>
            <a:chExt cx="334440" cy="334440"/>
          </a:xfrm>
        </p:grpSpPr>
        <p:sp>
          <p:nvSpPr>
            <p:cNvPr id="471" name="CustomShape 5"/>
            <p:cNvSpPr/>
            <p:nvPr/>
          </p:nvSpPr>
          <p:spPr>
            <a:xfrm>
              <a:off x="9686160" y="3286800"/>
              <a:ext cx="334440" cy="334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3aa5f"/>
            </a:solidFill>
            <a:ln w="0">
              <a:noFill/>
            </a:ln>
          </p:spPr>
          <p:style>
            <a:lnRef idx="0"/>
            <a:fillRef idx="0"/>
            <a:effectRef idx="0"/>
            <a:fontRef idx="minor"/>
          </p:style>
        </p:sp>
        <p:sp>
          <p:nvSpPr>
            <p:cNvPr id="472" name="CustomShape 6"/>
            <p:cNvSpPr/>
            <p:nvPr/>
          </p:nvSpPr>
          <p:spPr>
            <a:xfrm>
              <a:off x="9717480" y="3298320"/>
              <a:ext cx="271440" cy="291240"/>
            </a:xfrm>
            <a:prstGeom prst="rect">
              <a:avLst/>
            </a:prstGeom>
            <a:noFill/>
            <a:ln w="0">
              <a:noFill/>
            </a:ln>
          </p:spPr>
          <p:style>
            <a:lnRef idx="0"/>
            <a:fillRef idx="0"/>
            <a:effectRef idx="0"/>
            <a:fontRef idx="minor"/>
          </p:style>
        </p:sp>
      </p:grpSp>
      <p:grpSp>
        <p:nvGrpSpPr>
          <p:cNvPr id="473" name="Group 7"/>
          <p:cNvGrpSpPr/>
          <p:nvPr/>
        </p:nvGrpSpPr>
        <p:grpSpPr>
          <a:xfrm>
            <a:off x="9686160" y="4206240"/>
            <a:ext cx="334440" cy="334440"/>
            <a:chOff x="9686160" y="4206240"/>
            <a:chExt cx="334440" cy="334440"/>
          </a:xfrm>
        </p:grpSpPr>
        <p:sp>
          <p:nvSpPr>
            <p:cNvPr id="474" name="CustomShape 8"/>
            <p:cNvSpPr/>
            <p:nvPr/>
          </p:nvSpPr>
          <p:spPr>
            <a:xfrm>
              <a:off x="9686160" y="4206240"/>
              <a:ext cx="334440" cy="334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9a7"/>
            </a:solidFill>
            <a:ln w="0">
              <a:noFill/>
            </a:ln>
          </p:spPr>
          <p:style>
            <a:lnRef idx="0"/>
            <a:fillRef idx="0"/>
            <a:effectRef idx="0"/>
            <a:fontRef idx="minor"/>
          </p:style>
        </p:sp>
        <p:sp>
          <p:nvSpPr>
            <p:cNvPr id="475" name="CustomShape 9"/>
            <p:cNvSpPr/>
            <p:nvPr/>
          </p:nvSpPr>
          <p:spPr>
            <a:xfrm>
              <a:off x="9717480" y="4218120"/>
              <a:ext cx="271440" cy="291240"/>
            </a:xfrm>
            <a:prstGeom prst="rect">
              <a:avLst/>
            </a:prstGeom>
            <a:noFill/>
            <a:ln w="0">
              <a:noFill/>
            </a:ln>
          </p:spPr>
          <p:style>
            <a:lnRef idx="0"/>
            <a:fillRef idx="0"/>
            <a:effectRef idx="0"/>
            <a:fontRef idx="minor"/>
          </p:style>
        </p:sp>
      </p:grpSp>
      <p:grpSp>
        <p:nvGrpSpPr>
          <p:cNvPr id="476" name="Group 10"/>
          <p:cNvGrpSpPr/>
          <p:nvPr/>
        </p:nvGrpSpPr>
        <p:grpSpPr>
          <a:xfrm>
            <a:off x="9686160" y="5125680"/>
            <a:ext cx="334440" cy="334440"/>
            <a:chOff x="9686160" y="5125680"/>
            <a:chExt cx="334440" cy="334440"/>
          </a:xfrm>
        </p:grpSpPr>
        <p:sp>
          <p:nvSpPr>
            <p:cNvPr id="477" name="CustomShape 11"/>
            <p:cNvSpPr/>
            <p:nvPr/>
          </p:nvSpPr>
          <p:spPr>
            <a:xfrm>
              <a:off x="9686160" y="5125680"/>
              <a:ext cx="334440" cy="334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w="0">
              <a:noFill/>
            </a:ln>
          </p:spPr>
          <p:style>
            <a:lnRef idx="0"/>
            <a:fillRef idx="0"/>
            <a:effectRef idx="0"/>
            <a:fontRef idx="minor"/>
          </p:style>
        </p:sp>
        <p:sp>
          <p:nvSpPr>
            <p:cNvPr id="478" name="CustomShape 12"/>
            <p:cNvSpPr/>
            <p:nvPr/>
          </p:nvSpPr>
          <p:spPr>
            <a:xfrm>
              <a:off x="9717480" y="5137560"/>
              <a:ext cx="271440" cy="291240"/>
            </a:xfrm>
            <a:prstGeom prst="rect">
              <a:avLst/>
            </a:prstGeom>
            <a:noFill/>
            <a:ln w="0">
              <a:noFill/>
            </a:ln>
          </p:spPr>
          <p:style>
            <a:lnRef idx="0"/>
            <a:fillRef idx="0"/>
            <a:effectRef idx="0"/>
            <a:fontRef idx="minor"/>
          </p:style>
        </p:sp>
      </p:grpSp>
      <p:grpSp>
        <p:nvGrpSpPr>
          <p:cNvPr id="479" name="Group 13"/>
          <p:cNvGrpSpPr/>
          <p:nvPr/>
        </p:nvGrpSpPr>
        <p:grpSpPr>
          <a:xfrm>
            <a:off x="9686160" y="6045120"/>
            <a:ext cx="334440" cy="334440"/>
            <a:chOff x="9686160" y="6045120"/>
            <a:chExt cx="334440" cy="334440"/>
          </a:xfrm>
        </p:grpSpPr>
        <p:sp>
          <p:nvSpPr>
            <p:cNvPr id="480" name="CustomShape 14"/>
            <p:cNvSpPr/>
            <p:nvPr/>
          </p:nvSpPr>
          <p:spPr>
            <a:xfrm>
              <a:off x="9686160" y="6045120"/>
              <a:ext cx="334440" cy="334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c6db"/>
            </a:solidFill>
            <a:ln w="0">
              <a:noFill/>
            </a:ln>
          </p:spPr>
          <p:style>
            <a:lnRef idx="0"/>
            <a:fillRef idx="0"/>
            <a:effectRef idx="0"/>
            <a:fontRef idx="minor"/>
          </p:style>
        </p:sp>
        <p:sp>
          <p:nvSpPr>
            <p:cNvPr id="481" name="CustomShape 15"/>
            <p:cNvSpPr/>
            <p:nvPr/>
          </p:nvSpPr>
          <p:spPr>
            <a:xfrm>
              <a:off x="9717480" y="6057000"/>
              <a:ext cx="271440" cy="291240"/>
            </a:xfrm>
            <a:prstGeom prst="rect">
              <a:avLst/>
            </a:prstGeom>
            <a:noFill/>
            <a:ln w="0">
              <a:noFill/>
            </a:ln>
          </p:spPr>
          <p:style>
            <a:lnRef idx="0"/>
            <a:fillRef idx="0"/>
            <a:effectRef idx="0"/>
            <a:fontRef idx="minor"/>
          </p:style>
        </p:sp>
      </p:grpSp>
      <p:grpSp>
        <p:nvGrpSpPr>
          <p:cNvPr id="482" name="Group 16"/>
          <p:cNvGrpSpPr/>
          <p:nvPr/>
        </p:nvGrpSpPr>
        <p:grpSpPr>
          <a:xfrm>
            <a:off x="9686160" y="7461720"/>
            <a:ext cx="334440" cy="334440"/>
            <a:chOff x="9686160" y="7461720"/>
            <a:chExt cx="334440" cy="334440"/>
          </a:xfrm>
        </p:grpSpPr>
        <p:sp>
          <p:nvSpPr>
            <p:cNvPr id="483" name="CustomShape 17"/>
            <p:cNvSpPr/>
            <p:nvPr/>
          </p:nvSpPr>
          <p:spPr>
            <a:xfrm>
              <a:off x="9686160" y="7461720"/>
              <a:ext cx="334440" cy="334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92db"/>
            </a:solidFill>
            <a:ln w="0">
              <a:noFill/>
            </a:ln>
          </p:spPr>
          <p:style>
            <a:lnRef idx="0"/>
            <a:fillRef idx="0"/>
            <a:effectRef idx="0"/>
            <a:fontRef idx="minor"/>
          </p:style>
        </p:sp>
        <p:sp>
          <p:nvSpPr>
            <p:cNvPr id="484" name="CustomShape 18"/>
            <p:cNvSpPr/>
            <p:nvPr/>
          </p:nvSpPr>
          <p:spPr>
            <a:xfrm>
              <a:off x="9717480" y="7473600"/>
              <a:ext cx="271440" cy="291240"/>
            </a:xfrm>
            <a:prstGeom prst="rect">
              <a:avLst/>
            </a:prstGeom>
            <a:noFill/>
            <a:ln w="0">
              <a:noFill/>
            </a:ln>
          </p:spPr>
          <p:style>
            <a:lnRef idx="0"/>
            <a:fillRef idx="0"/>
            <a:effectRef idx="0"/>
            <a:fontRef idx="minor"/>
          </p:style>
        </p:sp>
      </p:grpSp>
      <p:sp>
        <p:nvSpPr>
          <p:cNvPr id="485" name="Line 19"/>
          <p:cNvSpPr/>
          <p:nvPr/>
        </p:nvSpPr>
        <p:spPr>
          <a:xfrm>
            <a:off x="14625000" y="9123480"/>
            <a:ext cx="7325640" cy="0"/>
          </a:xfrm>
          <a:prstGeom prst="line">
            <a:avLst/>
          </a:prstGeom>
          <a:ln w="38100">
            <a:solidFill>
              <a:srgbClr val="7ec6db">
                <a:alpha val="75000"/>
              </a:srgbClr>
            </a:solidFill>
            <a:round/>
            <a:headEnd len="lg" type="diamond" w="lg"/>
            <a:tailEnd len="lg" type="diamond" w="lg"/>
          </a:ln>
        </p:spPr>
        <p:style>
          <a:lnRef idx="0"/>
          <a:fillRef idx="0"/>
          <a:effectRef idx="0"/>
          <a:fontRef idx="minor"/>
        </p:style>
      </p:sp>
      <p:sp>
        <p:nvSpPr>
          <p:cNvPr id="486" name="Line 20"/>
          <p:cNvSpPr/>
          <p:nvPr/>
        </p:nvSpPr>
        <p:spPr>
          <a:xfrm>
            <a:off x="-5374800" y="1327680"/>
            <a:ext cx="7324920" cy="0"/>
          </a:xfrm>
          <a:prstGeom prst="line">
            <a:avLst/>
          </a:prstGeom>
          <a:ln w="38100">
            <a:solidFill>
              <a:srgbClr val="7ec6db">
                <a:alpha val="75000"/>
              </a:srgbClr>
            </a:solidFill>
            <a:round/>
            <a:headEnd len="lg" type="diamond" w="lg"/>
            <a:tailEnd len="lg" type="diamond" w="lg"/>
          </a:ln>
        </p:spPr>
        <p:style>
          <a:lnRef idx="0"/>
          <a:fillRef idx="0"/>
          <a:effectRef idx="0"/>
          <a:fontRef idx="minor"/>
        </p:style>
      </p:sp>
      <p:sp>
        <p:nvSpPr>
          <p:cNvPr id="487" name="CustomShape 21"/>
          <p:cNvSpPr/>
          <p:nvPr/>
        </p:nvSpPr>
        <p:spPr>
          <a:xfrm>
            <a:off x="9686160" y="847800"/>
            <a:ext cx="7572960" cy="1493640"/>
          </a:xfrm>
          <a:prstGeom prst="rect">
            <a:avLst/>
          </a:prstGeom>
          <a:noFill/>
          <a:ln w="0">
            <a:noFill/>
          </a:ln>
        </p:spPr>
        <p:style>
          <a:lnRef idx="0"/>
          <a:fillRef idx="0"/>
          <a:effectRef idx="0"/>
          <a:fontRef idx="minor"/>
        </p:style>
        <p:txBody>
          <a:bodyPr lIns="0" rIns="0" tIns="0" bIns="0">
            <a:spAutoFit/>
          </a:bodyPr>
          <a:p>
            <a:pPr>
              <a:lnSpc>
                <a:spcPts val="5879"/>
              </a:lnSpc>
            </a:pPr>
            <a:r>
              <a:rPr b="0" lang="en-US" sz="4200" spc="-1" strike="noStrike">
                <a:solidFill>
                  <a:srgbClr val="f1f1f1"/>
                </a:solidFill>
                <a:latin typeface="Do Hyeon"/>
                <a:ea typeface="Do Hyeon"/>
              </a:rPr>
              <a:t>Types of the Social Interactions or Activities while Using Phone</a:t>
            </a:r>
            <a:endParaRPr b="0" lang="de-DE" sz="4200" spc="-1" strike="noStrike">
              <a:latin typeface="Arial"/>
            </a:endParaRPr>
          </a:p>
        </p:txBody>
      </p:sp>
      <p:sp>
        <p:nvSpPr>
          <p:cNvPr id="488" name="CustomShape 22"/>
          <p:cNvSpPr/>
          <p:nvPr/>
        </p:nvSpPr>
        <p:spPr>
          <a:xfrm>
            <a:off x="10118160" y="3153240"/>
            <a:ext cx="7140960" cy="551520"/>
          </a:xfrm>
          <a:prstGeom prst="rect">
            <a:avLst/>
          </a:prstGeom>
          <a:noFill/>
          <a:ln w="0">
            <a:noFill/>
          </a:ln>
        </p:spPr>
        <p:style>
          <a:lnRef idx="0"/>
          <a:fillRef idx="0"/>
          <a:effectRef idx="0"/>
          <a:fontRef idx="minor"/>
        </p:style>
        <p:txBody>
          <a:bodyPr lIns="0" rIns="0" tIns="0" bIns="0">
            <a:spAutoFit/>
          </a:bodyPr>
          <a:p>
            <a:pPr>
              <a:lnSpc>
                <a:spcPts val="4340"/>
              </a:lnSpc>
            </a:pPr>
            <a:r>
              <a:rPr b="0" lang="en-US" sz="3100" spc="-1" strike="noStrike">
                <a:solidFill>
                  <a:srgbClr val="ffffff"/>
                </a:solidFill>
                <a:latin typeface="Do Hyeon"/>
                <a:ea typeface="Do Hyeon"/>
              </a:rPr>
              <a:t>eating or drinking coffee together</a:t>
            </a:r>
            <a:endParaRPr b="0" lang="de-DE" sz="3100" spc="-1" strike="noStrike">
              <a:latin typeface="Arial"/>
            </a:endParaRPr>
          </a:p>
        </p:txBody>
      </p:sp>
      <p:sp>
        <p:nvSpPr>
          <p:cNvPr id="489" name="CustomShape 23"/>
          <p:cNvSpPr/>
          <p:nvPr/>
        </p:nvSpPr>
        <p:spPr>
          <a:xfrm>
            <a:off x="10118160" y="4072680"/>
            <a:ext cx="7224120" cy="551520"/>
          </a:xfrm>
          <a:prstGeom prst="rect">
            <a:avLst/>
          </a:prstGeom>
          <a:noFill/>
          <a:ln w="0">
            <a:noFill/>
          </a:ln>
        </p:spPr>
        <p:style>
          <a:lnRef idx="0"/>
          <a:fillRef idx="0"/>
          <a:effectRef idx="0"/>
          <a:fontRef idx="minor"/>
        </p:style>
        <p:txBody>
          <a:bodyPr lIns="0" rIns="0" tIns="0" bIns="0">
            <a:spAutoFit/>
          </a:bodyPr>
          <a:p>
            <a:pPr>
              <a:lnSpc>
                <a:spcPts val="4340"/>
              </a:lnSpc>
            </a:pPr>
            <a:r>
              <a:rPr b="0" lang="en-US" sz="3100" spc="-1" strike="noStrike">
                <a:solidFill>
                  <a:srgbClr val="ffffff"/>
                </a:solidFill>
                <a:latin typeface="Do Hyeon"/>
                <a:ea typeface="Do Hyeon"/>
              </a:rPr>
              <a:t>chilling together</a:t>
            </a:r>
            <a:endParaRPr b="0" lang="de-DE" sz="3100" spc="-1" strike="noStrike">
              <a:latin typeface="Arial"/>
            </a:endParaRPr>
          </a:p>
        </p:txBody>
      </p:sp>
      <p:sp>
        <p:nvSpPr>
          <p:cNvPr id="490" name="CustomShape 24"/>
          <p:cNvSpPr/>
          <p:nvPr/>
        </p:nvSpPr>
        <p:spPr>
          <a:xfrm>
            <a:off x="10118160" y="4947480"/>
            <a:ext cx="7140960" cy="551520"/>
          </a:xfrm>
          <a:prstGeom prst="rect">
            <a:avLst/>
          </a:prstGeom>
          <a:noFill/>
          <a:ln w="0">
            <a:noFill/>
          </a:ln>
        </p:spPr>
        <p:style>
          <a:lnRef idx="0"/>
          <a:fillRef idx="0"/>
          <a:effectRef idx="0"/>
          <a:fontRef idx="minor"/>
        </p:style>
        <p:txBody>
          <a:bodyPr lIns="0" rIns="0" tIns="0" bIns="0">
            <a:spAutoFit/>
          </a:bodyPr>
          <a:p>
            <a:pPr>
              <a:lnSpc>
                <a:spcPts val="4340"/>
              </a:lnSpc>
            </a:pPr>
            <a:r>
              <a:rPr b="0" lang="en-US" sz="3100" spc="-1" strike="noStrike">
                <a:solidFill>
                  <a:srgbClr val="ffffff"/>
                </a:solidFill>
                <a:latin typeface="Do Hyeon"/>
                <a:ea typeface="Do Hyeon"/>
              </a:rPr>
              <a:t>talking to each other</a:t>
            </a:r>
            <a:endParaRPr b="0" lang="de-DE" sz="3100" spc="-1" strike="noStrike">
              <a:latin typeface="Arial"/>
            </a:endParaRPr>
          </a:p>
        </p:txBody>
      </p:sp>
      <p:sp>
        <p:nvSpPr>
          <p:cNvPr id="491" name="CustomShape 25"/>
          <p:cNvSpPr/>
          <p:nvPr/>
        </p:nvSpPr>
        <p:spPr>
          <a:xfrm>
            <a:off x="10118160" y="5866920"/>
            <a:ext cx="8005680" cy="1102680"/>
          </a:xfrm>
          <a:prstGeom prst="rect">
            <a:avLst/>
          </a:prstGeom>
          <a:noFill/>
          <a:ln w="0">
            <a:noFill/>
          </a:ln>
        </p:spPr>
        <p:style>
          <a:lnRef idx="0"/>
          <a:fillRef idx="0"/>
          <a:effectRef idx="0"/>
          <a:fontRef idx="minor"/>
        </p:style>
        <p:txBody>
          <a:bodyPr lIns="0" rIns="0" tIns="0" bIns="0">
            <a:spAutoFit/>
          </a:bodyPr>
          <a:p>
            <a:pPr>
              <a:lnSpc>
                <a:spcPts val="4340"/>
              </a:lnSpc>
            </a:pPr>
            <a:r>
              <a:rPr b="0" lang="en-US" sz="3100" spc="-1" strike="noStrike">
                <a:solidFill>
                  <a:srgbClr val="ffffff"/>
                </a:solidFill>
                <a:latin typeface="Do Hyeon"/>
                <a:ea typeface="Do Hyeon"/>
              </a:rPr>
              <a:t>doing activities together </a:t>
            </a:r>
            <a:endParaRPr b="0" lang="de-DE" sz="3100" spc="-1" strike="noStrike">
              <a:latin typeface="Arial"/>
            </a:endParaRPr>
          </a:p>
          <a:p>
            <a:pPr>
              <a:lnSpc>
                <a:spcPts val="4340"/>
              </a:lnSpc>
            </a:pPr>
            <a:r>
              <a:rPr b="0" lang="en-US" sz="3100" spc="-1" strike="noStrike">
                <a:solidFill>
                  <a:srgbClr val="ffffff"/>
                </a:solidFill>
                <a:latin typeface="Do Hyeon"/>
                <a:ea typeface="Do Hyeon"/>
              </a:rPr>
              <a:t>(cooking, shopping, etc.)</a:t>
            </a:r>
            <a:endParaRPr b="0" lang="de-DE" sz="3100" spc="-1" strike="noStrike">
              <a:latin typeface="Arial"/>
            </a:endParaRPr>
          </a:p>
        </p:txBody>
      </p:sp>
      <p:sp>
        <p:nvSpPr>
          <p:cNvPr id="492" name="CustomShape 26"/>
          <p:cNvSpPr/>
          <p:nvPr/>
        </p:nvSpPr>
        <p:spPr>
          <a:xfrm>
            <a:off x="10118160" y="7283880"/>
            <a:ext cx="7140960" cy="551520"/>
          </a:xfrm>
          <a:prstGeom prst="rect">
            <a:avLst/>
          </a:prstGeom>
          <a:noFill/>
          <a:ln w="0">
            <a:noFill/>
          </a:ln>
        </p:spPr>
        <p:style>
          <a:lnRef idx="0"/>
          <a:fillRef idx="0"/>
          <a:effectRef idx="0"/>
          <a:fontRef idx="minor"/>
        </p:style>
        <p:txBody>
          <a:bodyPr lIns="0" rIns="0" tIns="0" bIns="0">
            <a:spAutoFit/>
          </a:bodyPr>
          <a:p>
            <a:pPr>
              <a:lnSpc>
                <a:spcPts val="4340"/>
              </a:lnSpc>
            </a:pPr>
            <a:r>
              <a:rPr b="0" lang="en-US" sz="3100" spc="-1" strike="noStrike">
                <a:solidFill>
                  <a:srgbClr val="ffffff"/>
                </a:solidFill>
                <a:latin typeface="Do Hyeon"/>
                <a:ea typeface="Do Hyeon"/>
              </a:rPr>
              <a:t>working or studying together</a:t>
            </a:r>
            <a:endParaRPr b="0" lang="de-DE" sz="3100" spc="-1" strike="noStrike">
              <a:latin typeface="Arial"/>
            </a:endParaRPr>
          </a:p>
        </p:txBody>
      </p:sp>
      <p:sp>
        <p:nvSpPr>
          <p:cNvPr id="493" name="CustomShape 27"/>
          <p:cNvSpPr/>
          <p:nvPr/>
        </p:nvSpPr>
        <p:spPr>
          <a:xfrm>
            <a:off x="3015000" y="6578640"/>
            <a:ext cx="1131840" cy="498240"/>
          </a:xfrm>
          <a:prstGeom prst="rect">
            <a:avLst/>
          </a:prstGeom>
          <a:noFill/>
          <a:ln w="0">
            <a:noFill/>
          </a:ln>
        </p:spPr>
        <p:style>
          <a:lnRef idx="0"/>
          <a:fillRef idx="0"/>
          <a:effectRef idx="0"/>
          <a:fontRef idx="minor"/>
        </p:style>
        <p:txBody>
          <a:bodyPr lIns="0" rIns="0" tIns="0" bIns="0">
            <a:spAutoFit/>
          </a:bodyPr>
          <a:p>
            <a:pPr algn="ctr">
              <a:lnSpc>
                <a:spcPts val="3920"/>
              </a:lnSpc>
            </a:pPr>
            <a:r>
              <a:rPr b="0" lang="en-US" sz="2800" spc="-1" strike="noStrike">
                <a:solidFill>
                  <a:srgbClr val="146a82"/>
                </a:solidFill>
                <a:latin typeface="Do Hyeon"/>
                <a:ea typeface="Do Hyeon"/>
              </a:rPr>
              <a:t>19.3 %</a:t>
            </a:r>
            <a:endParaRPr b="0" lang="de-DE" sz="2800" spc="-1" strike="noStrike">
              <a:latin typeface="Arial"/>
            </a:endParaRPr>
          </a:p>
        </p:txBody>
      </p:sp>
      <p:sp>
        <p:nvSpPr>
          <p:cNvPr id="494" name="CustomShape 28"/>
          <p:cNvSpPr/>
          <p:nvPr/>
        </p:nvSpPr>
        <p:spPr>
          <a:xfrm>
            <a:off x="2367000" y="4506480"/>
            <a:ext cx="1131840" cy="498240"/>
          </a:xfrm>
          <a:prstGeom prst="rect">
            <a:avLst/>
          </a:prstGeom>
          <a:noFill/>
          <a:ln w="0">
            <a:noFill/>
          </a:ln>
        </p:spPr>
        <p:style>
          <a:lnRef idx="0"/>
          <a:fillRef idx="0"/>
          <a:effectRef idx="0"/>
          <a:fontRef idx="minor"/>
        </p:style>
        <p:txBody>
          <a:bodyPr lIns="0" rIns="0" tIns="0" bIns="0">
            <a:spAutoFit/>
          </a:bodyPr>
          <a:p>
            <a:pPr algn="ctr">
              <a:lnSpc>
                <a:spcPts val="3920"/>
              </a:lnSpc>
            </a:pPr>
            <a:r>
              <a:rPr b="0" lang="en-US" sz="2800" spc="-1" strike="noStrike">
                <a:solidFill>
                  <a:srgbClr val="146a82"/>
                </a:solidFill>
                <a:latin typeface="Do Hyeon"/>
                <a:ea typeface="Do Hyeon"/>
              </a:rPr>
              <a:t>10.9 %</a:t>
            </a:r>
            <a:endParaRPr b="0" lang="de-DE" sz="2800" spc="-1" strike="noStrike">
              <a:latin typeface="Arial"/>
            </a:endParaRPr>
          </a:p>
        </p:txBody>
      </p:sp>
      <p:sp>
        <p:nvSpPr>
          <p:cNvPr id="495" name="CustomShape 29"/>
          <p:cNvSpPr/>
          <p:nvPr/>
        </p:nvSpPr>
        <p:spPr>
          <a:xfrm>
            <a:off x="3015000" y="3117960"/>
            <a:ext cx="1131840" cy="498240"/>
          </a:xfrm>
          <a:prstGeom prst="rect">
            <a:avLst/>
          </a:prstGeom>
          <a:noFill/>
          <a:ln w="0">
            <a:noFill/>
          </a:ln>
        </p:spPr>
        <p:style>
          <a:lnRef idx="0"/>
          <a:fillRef idx="0"/>
          <a:effectRef idx="0"/>
          <a:fontRef idx="minor"/>
        </p:style>
        <p:txBody>
          <a:bodyPr lIns="0" rIns="0" tIns="0" bIns="0">
            <a:spAutoFit/>
          </a:bodyPr>
          <a:p>
            <a:pPr algn="ctr">
              <a:lnSpc>
                <a:spcPts val="3920"/>
              </a:lnSpc>
            </a:pPr>
            <a:r>
              <a:rPr b="0" lang="en-US" sz="2800" spc="-1" strike="noStrike">
                <a:solidFill>
                  <a:srgbClr val="146a82"/>
                </a:solidFill>
                <a:latin typeface="Do Hyeon"/>
                <a:ea typeface="Do Hyeon"/>
              </a:rPr>
              <a:t>9.6 %</a:t>
            </a:r>
            <a:endParaRPr b="0" lang="de-DE" sz="2800" spc="-1" strike="noStrike">
              <a:latin typeface="Arial"/>
            </a:endParaRPr>
          </a:p>
        </p:txBody>
      </p:sp>
      <p:sp>
        <p:nvSpPr>
          <p:cNvPr id="496" name="CustomShape 30"/>
          <p:cNvSpPr/>
          <p:nvPr/>
        </p:nvSpPr>
        <p:spPr>
          <a:xfrm>
            <a:off x="4065480" y="2436120"/>
            <a:ext cx="1131840" cy="498240"/>
          </a:xfrm>
          <a:prstGeom prst="rect">
            <a:avLst/>
          </a:prstGeom>
          <a:noFill/>
          <a:ln w="0">
            <a:noFill/>
          </a:ln>
        </p:spPr>
        <p:style>
          <a:lnRef idx="0"/>
          <a:fillRef idx="0"/>
          <a:effectRef idx="0"/>
          <a:fontRef idx="minor"/>
        </p:style>
        <p:txBody>
          <a:bodyPr lIns="0" rIns="0" tIns="0" bIns="0">
            <a:spAutoFit/>
          </a:bodyPr>
          <a:p>
            <a:pPr algn="ctr">
              <a:lnSpc>
                <a:spcPts val="3920"/>
              </a:lnSpc>
            </a:pPr>
            <a:r>
              <a:rPr b="0" lang="en-US" sz="2800" spc="-1" strike="noStrike">
                <a:solidFill>
                  <a:srgbClr val="ffffff"/>
                </a:solidFill>
                <a:latin typeface="Do Hyeon"/>
                <a:ea typeface="Do Hyeon"/>
              </a:rPr>
              <a:t>7.2 %</a:t>
            </a:r>
            <a:endParaRPr b="0" lang="de-DE" sz="2800" spc="-1" strike="noStrike">
              <a:latin typeface="Arial"/>
            </a:endParaRPr>
          </a:p>
        </p:txBody>
      </p:sp>
      <p:sp>
        <p:nvSpPr>
          <p:cNvPr id="497" name="CustomShape 31"/>
          <p:cNvSpPr/>
          <p:nvPr/>
        </p:nvSpPr>
        <p:spPr>
          <a:xfrm>
            <a:off x="6242400" y="4326120"/>
            <a:ext cx="1131840" cy="747000"/>
          </a:xfrm>
          <a:prstGeom prst="rect">
            <a:avLst/>
          </a:prstGeom>
          <a:noFill/>
          <a:ln w="0">
            <a:noFill/>
          </a:ln>
        </p:spPr>
        <p:style>
          <a:lnRef idx="0"/>
          <a:fillRef idx="0"/>
          <a:effectRef idx="0"/>
          <a:fontRef idx="minor"/>
        </p:style>
        <p:txBody>
          <a:bodyPr lIns="0" rIns="0" tIns="0" bIns="0">
            <a:spAutoFit/>
          </a:bodyPr>
          <a:p>
            <a:pPr algn="ctr">
              <a:lnSpc>
                <a:spcPts val="5879"/>
              </a:lnSpc>
            </a:pPr>
            <a:r>
              <a:rPr b="0" lang="en-US" sz="4200" spc="-1" strike="noStrike">
                <a:solidFill>
                  <a:srgbClr val="146a82"/>
                </a:solidFill>
                <a:latin typeface="Do Hyeon"/>
                <a:ea typeface="Do Hyeon"/>
              </a:rPr>
              <a:t>53 %</a:t>
            </a:r>
            <a:endParaRPr b="0" lang="de-DE" sz="4200" spc="-1" strike="noStrike">
              <a:latin typeface="Arial"/>
            </a:endParaRPr>
          </a:p>
        </p:txBody>
      </p:sp>
      <p:pic>
        <p:nvPicPr>
          <p:cNvPr id="498" name="" descr=""/>
          <p:cNvPicPr/>
          <p:nvPr/>
        </p:nvPicPr>
        <p:blipFill>
          <a:blip r:embed="rId2"/>
          <a:stretch/>
        </p:blipFill>
        <p:spPr>
          <a:xfrm>
            <a:off x="5936760" y="4860000"/>
            <a:ext cx="1620000" cy="162000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6a82"/>
        </a:solidFill>
      </p:bgPr>
    </p:bg>
    <p:spTree>
      <p:nvGrpSpPr>
        <p:cNvPr id="1" name=""/>
        <p:cNvGrpSpPr/>
        <p:nvPr/>
      </p:nvGrpSpPr>
      <p:grpSpPr>
        <a:xfrm>
          <a:off x="0" y="0"/>
          <a:ext cx="0" cy="0"/>
          <a:chOff x="0" y="0"/>
          <a:chExt cx="0" cy="0"/>
        </a:xfrm>
      </p:grpSpPr>
      <p:grpSp>
        <p:nvGrpSpPr>
          <p:cNvPr id="499" name="Group 1"/>
          <p:cNvGrpSpPr/>
          <p:nvPr/>
        </p:nvGrpSpPr>
        <p:grpSpPr>
          <a:xfrm>
            <a:off x="10469160" y="3124440"/>
            <a:ext cx="5477400" cy="5477400"/>
            <a:chOff x="10469160" y="3124440"/>
            <a:chExt cx="5477400" cy="5477400"/>
          </a:xfrm>
        </p:grpSpPr>
        <p:sp>
          <p:nvSpPr>
            <p:cNvPr id="500" name="CustomShape 2"/>
            <p:cNvSpPr/>
            <p:nvPr/>
          </p:nvSpPr>
          <p:spPr>
            <a:xfrm>
              <a:off x="10469160" y="3124440"/>
              <a:ext cx="5477400" cy="547740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8247"/>
            </a:solidFill>
            <a:ln w="0">
              <a:noFill/>
            </a:ln>
          </p:spPr>
          <p:style>
            <a:lnRef idx="0"/>
            <a:fillRef idx="0"/>
            <a:effectRef idx="0"/>
            <a:fontRef idx="minor"/>
          </p:style>
        </p:sp>
        <p:sp>
          <p:nvSpPr>
            <p:cNvPr id="501" name="CustomShape 3"/>
            <p:cNvSpPr/>
            <p:nvPr/>
          </p:nvSpPr>
          <p:spPr>
            <a:xfrm>
              <a:off x="10982880" y="3317040"/>
              <a:ext cx="4450320" cy="4771440"/>
            </a:xfrm>
            <a:prstGeom prst="rect">
              <a:avLst/>
            </a:prstGeom>
            <a:noFill/>
            <a:ln w="0">
              <a:noFill/>
            </a:ln>
          </p:spPr>
          <p:style>
            <a:lnRef idx="0"/>
            <a:fillRef idx="0"/>
            <a:effectRef idx="0"/>
            <a:fontRef idx="minor"/>
          </p:style>
        </p:sp>
      </p:grpSp>
      <p:pic>
        <p:nvPicPr>
          <p:cNvPr id="502" name="Picture 5" descr=""/>
          <p:cNvPicPr/>
          <p:nvPr/>
        </p:nvPicPr>
        <p:blipFill>
          <a:blip r:embed="rId1"/>
          <a:stretch/>
        </p:blipFill>
        <p:spPr>
          <a:xfrm>
            <a:off x="10064880" y="2720160"/>
            <a:ext cx="6286320" cy="6286320"/>
          </a:xfrm>
          <a:prstGeom prst="rect">
            <a:avLst/>
          </a:prstGeom>
          <a:ln w="0">
            <a:noFill/>
          </a:ln>
        </p:spPr>
      </p:pic>
      <p:grpSp>
        <p:nvGrpSpPr>
          <p:cNvPr id="503" name="Group 4"/>
          <p:cNvGrpSpPr/>
          <p:nvPr/>
        </p:nvGrpSpPr>
        <p:grpSpPr>
          <a:xfrm>
            <a:off x="2346840" y="3124440"/>
            <a:ext cx="5477400" cy="5477400"/>
            <a:chOff x="2346840" y="3124440"/>
            <a:chExt cx="5477400" cy="5477400"/>
          </a:xfrm>
        </p:grpSpPr>
        <p:sp>
          <p:nvSpPr>
            <p:cNvPr id="504" name="CustomShape 5"/>
            <p:cNvSpPr/>
            <p:nvPr/>
          </p:nvSpPr>
          <p:spPr>
            <a:xfrm>
              <a:off x="2346840" y="3124440"/>
              <a:ext cx="5477400" cy="547740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28247"/>
            </a:solidFill>
            <a:ln w="0">
              <a:noFill/>
            </a:ln>
          </p:spPr>
          <p:style>
            <a:lnRef idx="0"/>
            <a:fillRef idx="0"/>
            <a:effectRef idx="0"/>
            <a:fontRef idx="minor"/>
          </p:style>
        </p:sp>
        <p:sp>
          <p:nvSpPr>
            <p:cNvPr id="505" name="CustomShape 6"/>
            <p:cNvSpPr/>
            <p:nvPr/>
          </p:nvSpPr>
          <p:spPr>
            <a:xfrm>
              <a:off x="2860560" y="3317040"/>
              <a:ext cx="4450320" cy="4771440"/>
            </a:xfrm>
            <a:prstGeom prst="rect">
              <a:avLst/>
            </a:prstGeom>
            <a:noFill/>
            <a:ln w="0">
              <a:noFill/>
            </a:ln>
          </p:spPr>
          <p:style>
            <a:lnRef idx="0"/>
            <a:fillRef idx="0"/>
            <a:effectRef idx="0"/>
            <a:fontRef idx="minor"/>
          </p:style>
        </p:sp>
      </p:grpSp>
      <p:pic>
        <p:nvPicPr>
          <p:cNvPr id="506" name="Picture 9" descr=""/>
          <p:cNvPicPr/>
          <p:nvPr/>
        </p:nvPicPr>
        <p:blipFill>
          <a:blip r:embed="rId2"/>
          <a:stretch/>
        </p:blipFill>
        <p:spPr>
          <a:xfrm>
            <a:off x="1942920" y="2720160"/>
            <a:ext cx="6286320" cy="6286320"/>
          </a:xfrm>
          <a:prstGeom prst="rect">
            <a:avLst/>
          </a:prstGeom>
          <a:ln w="0">
            <a:noFill/>
          </a:ln>
        </p:spPr>
      </p:pic>
      <p:sp>
        <p:nvSpPr>
          <p:cNvPr id="507" name="CustomShape 7"/>
          <p:cNvSpPr/>
          <p:nvPr/>
        </p:nvSpPr>
        <p:spPr>
          <a:xfrm>
            <a:off x="1028880" y="847800"/>
            <a:ext cx="16230240" cy="747000"/>
          </a:xfrm>
          <a:prstGeom prst="rect">
            <a:avLst/>
          </a:prstGeom>
          <a:noFill/>
          <a:ln w="0">
            <a:noFill/>
          </a:ln>
        </p:spPr>
        <p:style>
          <a:lnRef idx="0"/>
          <a:fillRef idx="0"/>
          <a:effectRef idx="0"/>
          <a:fontRef idx="minor"/>
        </p:style>
        <p:txBody>
          <a:bodyPr lIns="0" rIns="0" tIns="0" bIns="0">
            <a:spAutoFit/>
          </a:bodyPr>
          <a:p>
            <a:pPr algn="ctr">
              <a:lnSpc>
                <a:spcPts val="5879"/>
              </a:lnSpc>
            </a:pPr>
            <a:r>
              <a:rPr b="0" lang="en-US" sz="4200" spc="-1" strike="noStrike">
                <a:solidFill>
                  <a:srgbClr val="ffffff"/>
                </a:solidFill>
                <a:latin typeface="Do Hyeon"/>
                <a:ea typeface="Do Hyeon"/>
              </a:rPr>
              <a:t>Percentage Duration of Phone Uses While Social Interactions</a:t>
            </a:r>
            <a:endParaRPr b="0" lang="de-DE" sz="4200" spc="-1" strike="noStrike">
              <a:latin typeface="Arial"/>
            </a:endParaRPr>
          </a:p>
        </p:txBody>
      </p:sp>
      <p:grpSp>
        <p:nvGrpSpPr>
          <p:cNvPr id="508" name="Group 8"/>
          <p:cNvGrpSpPr/>
          <p:nvPr/>
        </p:nvGrpSpPr>
        <p:grpSpPr>
          <a:xfrm>
            <a:off x="3789000" y="8847000"/>
            <a:ext cx="1837080" cy="426960"/>
            <a:chOff x="3789000" y="8847000"/>
            <a:chExt cx="1837080" cy="426960"/>
          </a:xfrm>
        </p:grpSpPr>
        <p:grpSp>
          <p:nvGrpSpPr>
            <p:cNvPr id="509" name="Group 9"/>
            <p:cNvGrpSpPr/>
            <p:nvPr/>
          </p:nvGrpSpPr>
          <p:grpSpPr>
            <a:xfrm>
              <a:off x="3789000" y="8925840"/>
              <a:ext cx="334440" cy="334440"/>
              <a:chOff x="3789000" y="8925840"/>
              <a:chExt cx="334440" cy="334440"/>
            </a:xfrm>
          </p:grpSpPr>
          <p:sp>
            <p:nvSpPr>
              <p:cNvPr id="510" name="CustomShape 10"/>
              <p:cNvSpPr/>
              <p:nvPr/>
            </p:nvSpPr>
            <p:spPr>
              <a:xfrm>
                <a:off x="3789000" y="8925840"/>
                <a:ext cx="334440" cy="334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3aa5f"/>
              </a:solidFill>
              <a:ln w="0">
                <a:noFill/>
              </a:ln>
            </p:spPr>
            <p:style>
              <a:lnRef idx="0"/>
              <a:fillRef idx="0"/>
              <a:effectRef idx="0"/>
              <a:fontRef idx="minor"/>
            </p:style>
          </p:sp>
          <p:sp>
            <p:nvSpPr>
              <p:cNvPr id="511" name="CustomShape 11"/>
              <p:cNvSpPr/>
              <p:nvPr/>
            </p:nvSpPr>
            <p:spPr>
              <a:xfrm>
                <a:off x="3820320" y="8937360"/>
                <a:ext cx="271440" cy="291240"/>
              </a:xfrm>
              <a:prstGeom prst="rect">
                <a:avLst/>
              </a:prstGeom>
              <a:noFill/>
              <a:ln w="0">
                <a:noFill/>
              </a:ln>
            </p:spPr>
            <p:style>
              <a:lnRef idx="0"/>
              <a:fillRef idx="0"/>
              <a:effectRef idx="0"/>
              <a:fontRef idx="minor"/>
            </p:style>
          </p:sp>
        </p:grpSp>
        <p:sp>
          <p:nvSpPr>
            <p:cNvPr id="512" name="CustomShape 12"/>
            <p:cNvSpPr/>
            <p:nvPr/>
          </p:nvSpPr>
          <p:spPr>
            <a:xfrm>
              <a:off x="4221000" y="8847000"/>
              <a:ext cx="1405080" cy="426960"/>
            </a:xfrm>
            <a:prstGeom prst="rect">
              <a:avLst/>
            </a:prstGeom>
            <a:noFill/>
            <a:ln w="0">
              <a:noFill/>
            </a:ln>
          </p:spPr>
          <p:style>
            <a:lnRef idx="0"/>
            <a:fillRef idx="0"/>
            <a:effectRef idx="0"/>
            <a:fontRef idx="minor"/>
          </p:style>
          <p:txBody>
            <a:bodyPr lIns="0" rIns="0" tIns="0" bIns="0">
              <a:spAutoFit/>
            </a:bodyPr>
            <a:p>
              <a:pPr>
                <a:lnSpc>
                  <a:spcPts val="3359"/>
                </a:lnSpc>
              </a:pPr>
              <a:r>
                <a:rPr b="0" lang="en-US" sz="2400" spc="-1" strike="noStrike">
                  <a:solidFill>
                    <a:srgbClr val="ffffff"/>
                  </a:solidFill>
                  <a:latin typeface="Do Hyeon"/>
                  <a:ea typeface="Do Hyeon"/>
                </a:rPr>
                <a:t>0-15 sec</a:t>
              </a:r>
              <a:endParaRPr b="0" lang="de-DE" sz="2400" spc="-1" strike="noStrike">
                <a:latin typeface="Arial"/>
              </a:endParaRPr>
            </a:p>
          </p:txBody>
        </p:sp>
      </p:grpSp>
      <p:grpSp>
        <p:nvGrpSpPr>
          <p:cNvPr id="513" name="Group 13"/>
          <p:cNvGrpSpPr/>
          <p:nvPr/>
        </p:nvGrpSpPr>
        <p:grpSpPr>
          <a:xfrm>
            <a:off x="6006600" y="8847000"/>
            <a:ext cx="1837080" cy="426960"/>
            <a:chOff x="6006600" y="8847000"/>
            <a:chExt cx="1837080" cy="426960"/>
          </a:xfrm>
        </p:grpSpPr>
        <p:grpSp>
          <p:nvGrpSpPr>
            <p:cNvPr id="514" name="Group 14"/>
            <p:cNvGrpSpPr/>
            <p:nvPr/>
          </p:nvGrpSpPr>
          <p:grpSpPr>
            <a:xfrm>
              <a:off x="6006600" y="8925840"/>
              <a:ext cx="334440" cy="334440"/>
              <a:chOff x="6006600" y="8925840"/>
              <a:chExt cx="334440" cy="334440"/>
            </a:xfrm>
          </p:grpSpPr>
          <p:sp>
            <p:nvSpPr>
              <p:cNvPr id="515" name="CustomShape 15"/>
              <p:cNvSpPr/>
              <p:nvPr/>
            </p:nvSpPr>
            <p:spPr>
              <a:xfrm>
                <a:off x="6006600" y="8925840"/>
                <a:ext cx="334440" cy="334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4d9a7"/>
              </a:solidFill>
              <a:ln w="0">
                <a:noFill/>
              </a:ln>
            </p:spPr>
            <p:style>
              <a:lnRef idx="0"/>
              <a:fillRef idx="0"/>
              <a:effectRef idx="0"/>
              <a:fontRef idx="minor"/>
            </p:style>
          </p:sp>
          <p:sp>
            <p:nvSpPr>
              <p:cNvPr id="516" name="CustomShape 16"/>
              <p:cNvSpPr/>
              <p:nvPr/>
            </p:nvSpPr>
            <p:spPr>
              <a:xfrm>
                <a:off x="6037920" y="8937360"/>
                <a:ext cx="271440" cy="291240"/>
              </a:xfrm>
              <a:prstGeom prst="rect">
                <a:avLst/>
              </a:prstGeom>
              <a:noFill/>
              <a:ln w="0">
                <a:noFill/>
              </a:ln>
            </p:spPr>
            <p:style>
              <a:lnRef idx="0"/>
              <a:fillRef idx="0"/>
              <a:effectRef idx="0"/>
              <a:fontRef idx="minor"/>
            </p:style>
          </p:sp>
        </p:grpSp>
        <p:sp>
          <p:nvSpPr>
            <p:cNvPr id="517" name="CustomShape 17"/>
            <p:cNvSpPr/>
            <p:nvPr/>
          </p:nvSpPr>
          <p:spPr>
            <a:xfrm>
              <a:off x="6438600" y="8847000"/>
              <a:ext cx="1405080" cy="426960"/>
            </a:xfrm>
            <a:prstGeom prst="rect">
              <a:avLst/>
            </a:prstGeom>
            <a:noFill/>
            <a:ln w="0">
              <a:noFill/>
            </a:ln>
          </p:spPr>
          <p:style>
            <a:lnRef idx="0"/>
            <a:fillRef idx="0"/>
            <a:effectRef idx="0"/>
            <a:fontRef idx="minor"/>
          </p:style>
          <p:txBody>
            <a:bodyPr lIns="0" rIns="0" tIns="0" bIns="0">
              <a:spAutoFit/>
            </a:bodyPr>
            <a:p>
              <a:pPr>
                <a:lnSpc>
                  <a:spcPts val="3359"/>
                </a:lnSpc>
              </a:pPr>
              <a:r>
                <a:rPr b="0" lang="en-US" sz="2400" spc="-1" strike="noStrike">
                  <a:solidFill>
                    <a:srgbClr val="ffffff"/>
                  </a:solidFill>
                  <a:latin typeface="Do Hyeon"/>
                  <a:ea typeface="Do Hyeon"/>
                </a:rPr>
                <a:t>15-30 sec</a:t>
              </a:r>
              <a:endParaRPr b="0" lang="de-DE" sz="2400" spc="-1" strike="noStrike">
                <a:latin typeface="Arial"/>
              </a:endParaRPr>
            </a:p>
          </p:txBody>
        </p:sp>
      </p:grpSp>
      <p:sp>
        <p:nvSpPr>
          <p:cNvPr id="518" name="CustomShape 18"/>
          <p:cNvSpPr/>
          <p:nvPr/>
        </p:nvSpPr>
        <p:spPr>
          <a:xfrm>
            <a:off x="1028880" y="1996200"/>
            <a:ext cx="8115120" cy="471960"/>
          </a:xfrm>
          <a:prstGeom prst="rect">
            <a:avLst/>
          </a:prstGeom>
          <a:noFill/>
          <a:ln w="0">
            <a:noFill/>
          </a:ln>
        </p:spPr>
        <p:style>
          <a:lnRef idx="0"/>
          <a:fillRef idx="0"/>
          <a:effectRef idx="0"/>
          <a:fontRef idx="minor"/>
        </p:style>
        <p:txBody>
          <a:bodyPr lIns="0" rIns="0" tIns="0" bIns="0">
            <a:spAutoFit/>
          </a:bodyPr>
          <a:p>
            <a:pPr algn="ctr">
              <a:lnSpc>
                <a:spcPts val="3719"/>
              </a:lnSpc>
            </a:pPr>
            <a:r>
              <a:rPr b="0" lang="en-US" sz="3100" spc="-1" strike="noStrike">
                <a:solidFill>
                  <a:srgbClr val="ffffff"/>
                </a:solidFill>
                <a:latin typeface="Rosario Bold Italics"/>
                <a:ea typeface="Rosario Bold Italics"/>
              </a:rPr>
              <a:t>without</a:t>
            </a:r>
            <a:r>
              <a:rPr b="0" lang="en-US" sz="3100" spc="-1" strike="noStrike">
                <a:solidFill>
                  <a:srgbClr val="ffffff"/>
                </a:solidFill>
                <a:latin typeface="Rosario Bold"/>
                <a:ea typeface="Rosario Bold"/>
              </a:rPr>
              <a:t> Intervention</a:t>
            </a:r>
            <a:endParaRPr b="0" lang="de-DE" sz="3100" spc="-1" strike="noStrike">
              <a:latin typeface="Arial"/>
            </a:endParaRPr>
          </a:p>
        </p:txBody>
      </p:sp>
      <p:sp>
        <p:nvSpPr>
          <p:cNvPr id="519" name="CustomShape 19"/>
          <p:cNvSpPr/>
          <p:nvPr/>
        </p:nvSpPr>
        <p:spPr>
          <a:xfrm>
            <a:off x="9150480" y="1996200"/>
            <a:ext cx="8115120" cy="471960"/>
          </a:xfrm>
          <a:prstGeom prst="rect">
            <a:avLst/>
          </a:prstGeom>
          <a:noFill/>
          <a:ln w="0">
            <a:noFill/>
          </a:ln>
        </p:spPr>
        <p:style>
          <a:lnRef idx="0"/>
          <a:fillRef idx="0"/>
          <a:effectRef idx="0"/>
          <a:fontRef idx="minor"/>
        </p:style>
        <p:txBody>
          <a:bodyPr lIns="0" rIns="0" tIns="0" bIns="0">
            <a:spAutoFit/>
          </a:bodyPr>
          <a:p>
            <a:pPr algn="ctr">
              <a:lnSpc>
                <a:spcPts val="3719"/>
              </a:lnSpc>
            </a:pPr>
            <a:r>
              <a:rPr b="0" lang="en-US" sz="3100" spc="-1" strike="noStrike">
                <a:solidFill>
                  <a:srgbClr val="ffffff"/>
                </a:solidFill>
                <a:latin typeface="Rosario Bold Italics"/>
                <a:ea typeface="Rosario Bold Italics"/>
              </a:rPr>
              <a:t>with</a:t>
            </a:r>
            <a:r>
              <a:rPr b="0" lang="en-US" sz="3100" spc="-1" strike="noStrike">
                <a:solidFill>
                  <a:srgbClr val="ffffff"/>
                </a:solidFill>
                <a:latin typeface="Rosario Bold"/>
                <a:ea typeface="Rosario Bold"/>
              </a:rPr>
              <a:t> Intervention</a:t>
            </a:r>
            <a:endParaRPr b="0" lang="de-DE" sz="3100" spc="-1" strike="noStrike">
              <a:latin typeface="Arial"/>
            </a:endParaRPr>
          </a:p>
        </p:txBody>
      </p:sp>
      <p:sp>
        <p:nvSpPr>
          <p:cNvPr id="520" name="Line 20"/>
          <p:cNvSpPr/>
          <p:nvPr/>
        </p:nvSpPr>
        <p:spPr>
          <a:xfrm>
            <a:off x="-5556240" y="1327680"/>
            <a:ext cx="7324920" cy="0"/>
          </a:xfrm>
          <a:prstGeom prst="line">
            <a:avLst/>
          </a:prstGeom>
          <a:ln w="38100">
            <a:solidFill>
              <a:srgbClr val="7ec6db">
                <a:alpha val="75000"/>
              </a:srgbClr>
            </a:solidFill>
            <a:round/>
            <a:headEnd len="lg" type="diamond" w="lg"/>
            <a:tailEnd len="lg" type="diamond" w="lg"/>
          </a:ln>
        </p:spPr>
        <p:style>
          <a:lnRef idx="0"/>
          <a:fillRef idx="0"/>
          <a:effectRef idx="0"/>
          <a:fontRef idx="minor"/>
        </p:style>
      </p:sp>
      <p:sp>
        <p:nvSpPr>
          <p:cNvPr id="521" name="Line 21"/>
          <p:cNvSpPr/>
          <p:nvPr/>
        </p:nvSpPr>
        <p:spPr>
          <a:xfrm>
            <a:off x="14625000" y="9123480"/>
            <a:ext cx="7325640" cy="0"/>
          </a:xfrm>
          <a:prstGeom prst="line">
            <a:avLst/>
          </a:prstGeom>
          <a:ln w="38100">
            <a:solidFill>
              <a:srgbClr val="7ec6db">
                <a:alpha val="75000"/>
              </a:srgbClr>
            </a:solidFill>
            <a:round/>
            <a:headEnd len="lg" type="diamond" w="lg"/>
            <a:tailEnd len="lg" type="diamond" w="lg"/>
          </a:ln>
        </p:spPr>
        <p:style>
          <a:lnRef idx="0"/>
          <a:fillRef idx="0"/>
          <a:effectRef idx="0"/>
          <a:fontRef idx="minor"/>
        </p:style>
      </p:sp>
      <p:grpSp>
        <p:nvGrpSpPr>
          <p:cNvPr id="522" name="Group 22"/>
          <p:cNvGrpSpPr/>
          <p:nvPr/>
        </p:nvGrpSpPr>
        <p:grpSpPr>
          <a:xfrm>
            <a:off x="8224920" y="8847000"/>
            <a:ext cx="1837080" cy="426960"/>
            <a:chOff x="8224920" y="8847000"/>
            <a:chExt cx="1837080" cy="426960"/>
          </a:xfrm>
        </p:grpSpPr>
        <p:grpSp>
          <p:nvGrpSpPr>
            <p:cNvPr id="523" name="Group 23"/>
            <p:cNvGrpSpPr/>
            <p:nvPr/>
          </p:nvGrpSpPr>
          <p:grpSpPr>
            <a:xfrm>
              <a:off x="8224920" y="8925840"/>
              <a:ext cx="334440" cy="334440"/>
              <a:chOff x="8224920" y="8925840"/>
              <a:chExt cx="334440" cy="334440"/>
            </a:xfrm>
          </p:grpSpPr>
          <p:sp>
            <p:nvSpPr>
              <p:cNvPr id="524" name="CustomShape 24"/>
              <p:cNvSpPr/>
              <p:nvPr/>
            </p:nvSpPr>
            <p:spPr>
              <a:xfrm>
                <a:off x="8224920" y="8925840"/>
                <a:ext cx="334440" cy="334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w="0">
                <a:noFill/>
              </a:ln>
            </p:spPr>
            <p:style>
              <a:lnRef idx="0"/>
              <a:fillRef idx="0"/>
              <a:effectRef idx="0"/>
              <a:fontRef idx="minor"/>
            </p:style>
          </p:sp>
          <p:sp>
            <p:nvSpPr>
              <p:cNvPr id="525" name="CustomShape 25"/>
              <p:cNvSpPr/>
              <p:nvPr/>
            </p:nvSpPr>
            <p:spPr>
              <a:xfrm>
                <a:off x="8256240" y="8937360"/>
                <a:ext cx="271440" cy="291240"/>
              </a:xfrm>
              <a:prstGeom prst="rect">
                <a:avLst/>
              </a:prstGeom>
              <a:noFill/>
              <a:ln w="0">
                <a:noFill/>
              </a:ln>
            </p:spPr>
            <p:style>
              <a:lnRef idx="0"/>
              <a:fillRef idx="0"/>
              <a:effectRef idx="0"/>
              <a:fontRef idx="minor"/>
            </p:style>
          </p:sp>
        </p:grpSp>
        <p:sp>
          <p:nvSpPr>
            <p:cNvPr id="526" name="CustomShape 26"/>
            <p:cNvSpPr/>
            <p:nvPr/>
          </p:nvSpPr>
          <p:spPr>
            <a:xfrm>
              <a:off x="8656920" y="8847000"/>
              <a:ext cx="1405080" cy="426960"/>
            </a:xfrm>
            <a:prstGeom prst="rect">
              <a:avLst/>
            </a:prstGeom>
            <a:noFill/>
            <a:ln w="0">
              <a:noFill/>
            </a:ln>
          </p:spPr>
          <p:style>
            <a:lnRef idx="0"/>
            <a:fillRef idx="0"/>
            <a:effectRef idx="0"/>
            <a:fontRef idx="minor"/>
          </p:style>
          <p:txBody>
            <a:bodyPr lIns="0" rIns="0" tIns="0" bIns="0">
              <a:spAutoFit/>
            </a:bodyPr>
            <a:p>
              <a:pPr>
                <a:lnSpc>
                  <a:spcPts val="3359"/>
                </a:lnSpc>
              </a:pPr>
              <a:r>
                <a:rPr b="0" lang="en-US" sz="2400" spc="-1" strike="noStrike">
                  <a:solidFill>
                    <a:srgbClr val="ffffff"/>
                  </a:solidFill>
                  <a:latin typeface="Do Hyeon"/>
                  <a:ea typeface="Do Hyeon"/>
                </a:rPr>
                <a:t>30-60 sec</a:t>
              </a:r>
              <a:endParaRPr b="0" lang="de-DE" sz="2400" spc="-1" strike="noStrike">
                <a:latin typeface="Arial"/>
              </a:endParaRPr>
            </a:p>
          </p:txBody>
        </p:sp>
      </p:grpSp>
      <p:grpSp>
        <p:nvGrpSpPr>
          <p:cNvPr id="527" name="Group 27"/>
          <p:cNvGrpSpPr/>
          <p:nvPr/>
        </p:nvGrpSpPr>
        <p:grpSpPr>
          <a:xfrm>
            <a:off x="10443240" y="8847000"/>
            <a:ext cx="1837080" cy="426960"/>
            <a:chOff x="10443240" y="8847000"/>
            <a:chExt cx="1837080" cy="426960"/>
          </a:xfrm>
        </p:grpSpPr>
        <p:grpSp>
          <p:nvGrpSpPr>
            <p:cNvPr id="528" name="Group 28"/>
            <p:cNvGrpSpPr/>
            <p:nvPr/>
          </p:nvGrpSpPr>
          <p:grpSpPr>
            <a:xfrm>
              <a:off x="10443240" y="8925840"/>
              <a:ext cx="334440" cy="334440"/>
              <a:chOff x="10443240" y="8925840"/>
              <a:chExt cx="334440" cy="334440"/>
            </a:xfrm>
          </p:grpSpPr>
          <p:sp>
            <p:nvSpPr>
              <p:cNvPr id="529" name="CustomShape 29"/>
              <p:cNvSpPr/>
              <p:nvPr/>
            </p:nvSpPr>
            <p:spPr>
              <a:xfrm>
                <a:off x="10443240" y="8925840"/>
                <a:ext cx="334440" cy="334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c6db"/>
              </a:solidFill>
              <a:ln w="0">
                <a:noFill/>
              </a:ln>
            </p:spPr>
            <p:style>
              <a:lnRef idx="0"/>
              <a:fillRef idx="0"/>
              <a:effectRef idx="0"/>
              <a:fontRef idx="minor"/>
            </p:style>
          </p:sp>
          <p:sp>
            <p:nvSpPr>
              <p:cNvPr id="530" name="CustomShape 30"/>
              <p:cNvSpPr/>
              <p:nvPr/>
            </p:nvSpPr>
            <p:spPr>
              <a:xfrm>
                <a:off x="10474560" y="8937360"/>
                <a:ext cx="271440" cy="291240"/>
              </a:xfrm>
              <a:prstGeom prst="rect">
                <a:avLst/>
              </a:prstGeom>
              <a:noFill/>
              <a:ln w="0">
                <a:noFill/>
              </a:ln>
            </p:spPr>
            <p:style>
              <a:lnRef idx="0"/>
              <a:fillRef idx="0"/>
              <a:effectRef idx="0"/>
              <a:fontRef idx="minor"/>
            </p:style>
          </p:sp>
        </p:grpSp>
        <p:sp>
          <p:nvSpPr>
            <p:cNvPr id="531" name="CustomShape 31"/>
            <p:cNvSpPr/>
            <p:nvPr/>
          </p:nvSpPr>
          <p:spPr>
            <a:xfrm>
              <a:off x="10875240" y="8847000"/>
              <a:ext cx="1405080" cy="426960"/>
            </a:xfrm>
            <a:prstGeom prst="rect">
              <a:avLst/>
            </a:prstGeom>
            <a:noFill/>
            <a:ln w="0">
              <a:noFill/>
            </a:ln>
          </p:spPr>
          <p:style>
            <a:lnRef idx="0"/>
            <a:fillRef idx="0"/>
            <a:effectRef idx="0"/>
            <a:fontRef idx="minor"/>
          </p:style>
          <p:txBody>
            <a:bodyPr lIns="0" rIns="0" tIns="0" bIns="0">
              <a:spAutoFit/>
            </a:bodyPr>
            <a:p>
              <a:pPr>
                <a:lnSpc>
                  <a:spcPts val="3359"/>
                </a:lnSpc>
              </a:pPr>
              <a:r>
                <a:rPr b="0" lang="en-US" sz="2400" spc="-1" strike="noStrike">
                  <a:solidFill>
                    <a:srgbClr val="ffffff"/>
                  </a:solidFill>
                  <a:latin typeface="Do Hyeon"/>
                  <a:ea typeface="Do Hyeon"/>
                </a:rPr>
                <a:t>1-5 min</a:t>
              </a:r>
              <a:endParaRPr b="0" lang="de-DE" sz="2400" spc="-1" strike="noStrike">
                <a:latin typeface="Arial"/>
              </a:endParaRPr>
            </a:p>
          </p:txBody>
        </p:sp>
      </p:grpSp>
      <p:grpSp>
        <p:nvGrpSpPr>
          <p:cNvPr id="532" name="Group 32"/>
          <p:cNvGrpSpPr/>
          <p:nvPr/>
        </p:nvGrpSpPr>
        <p:grpSpPr>
          <a:xfrm>
            <a:off x="12661560" y="8847000"/>
            <a:ext cx="1837080" cy="426960"/>
            <a:chOff x="12661560" y="8847000"/>
            <a:chExt cx="1837080" cy="426960"/>
          </a:xfrm>
        </p:grpSpPr>
        <p:grpSp>
          <p:nvGrpSpPr>
            <p:cNvPr id="533" name="Group 33"/>
            <p:cNvGrpSpPr/>
            <p:nvPr/>
          </p:nvGrpSpPr>
          <p:grpSpPr>
            <a:xfrm>
              <a:off x="12661560" y="8925840"/>
              <a:ext cx="334440" cy="334440"/>
              <a:chOff x="12661560" y="8925840"/>
              <a:chExt cx="334440" cy="334440"/>
            </a:xfrm>
          </p:grpSpPr>
          <p:sp>
            <p:nvSpPr>
              <p:cNvPr id="534" name="CustomShape 34"/>
              <p:cNvSpPr/>
              <p:nvPr/>
            </p:nvSpPr>
            <p:spPr>
              <a:xfrm>
                <a:off x="12661560" y="8925840"/>
                <a:ext cx="334440" cy="3344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e92db"/>
              </a:solidFill>
              <a:ln w="0">
                <a:noFill/>
              </a:ln>
            </p:spPr>
            <p:style>
              <a:lnRef idx="0"/>
              <a:fillRef idx="0"/>
              <a:effectRef idx="0"/>
              <a:fontRef idx="minor"/>
            </p:style>
          </p:sp>
          <p:sp>
            <p:nvSpPr>
              <p:cNvPr id="535" name="CustomShape 35"/>
              <p:cNvSpPr/>
              <p:nvPr/>
            </p:nvSpPr>
            <p:spPr>
              <a:xfrm>
                <a:off x="12692880" y="8937360"/>
                <a:ext cx="271440" cy="291240"/>
              </a:xfrm>
              <a:prstGeom prst="rect">
                <a:avLst/>
              </a:prstGeom>
              <a:noFill/>
              <a:ln w="0">
                <a:noFill/>
              </a:ln>
            </p:spPr>
            <p:style>
              <a:lnRef idx="0"/>
              <a:fillRef idx="0"/>
              <a:effectRef idx="0"/>
              <a:fontRef idx="minor"/>
            </p:style>
          </p:sp>
        </p:grpSp>
        <p:sp>
          <p:nvSpPr>
            <p:cNvPr id="536" name="CustomShape 36"/>
            <p:cNvSpPr/>
            <p:nvPr/>
          </p:nvSpPr>
          <p:spPr>
            <a:xfrm>
              <a:off x="13093560" y="8847000"/>
              <a:ext cx="1405080" cy="426960"/>
            </a:xfrm>
            <a:prstGeom prst="rect">
              <a:avLst/>
            </a:prstGeom>
            <a:noFill/>
            <a:ln w="0">
              <a:noFill/>
            </a:ln>
          </p:spPr>
          <p:style>
            <a:lnRef idx="0"/>
            <a:fillRef idx="0"/>
            <a:effectRef idx="0"/>
            <a:fontRef idx="minor"/>
          </p:style>
          <p:txBody>
            <a:bodyPr lIns="0" rIns="0" tIns="0" bIns="0">
              <a:spAutoFit/>
            </a:bodyPr>
            <a:p>
              <a:pPr>
                <a:lnSpc>
                  <a:spcPts val="3359"/>
                </a:lnSpc>
              </a:pPr>
              <a:r>
                <a:rPr b="0" lang="en-US" sz="2400" spc="-1" strike="noStrike">
                  <a:solidFill>
                    <a:srgbClr val="ffffff"/>
                  </a:solidFill>
                  <a:latin typeface="Do Hyeon"/>
                  <a:ea typeface="Do Hyeon"/>
                </a:rPr>
                <a:t>&gt;5 min</a:t>
              </a:r>
              <a:endParaRPr b="0" lang="de-DE" sz="2400" spc="-1" strike="noStrike">
                <a:latin typeface="Arial"/>
              </a:endParaRPr>
            </a:p>
          </p:txBody>
        </p:sp>
      </p:grpSp>
      <p:sp>
        <p:nvSpPr>
          <p:cNvPr id="537" name="CustomShape 37"/>
          <p:cNvSpPr/>
          <p:nvPr/>
        </p:nvSpPr>
        <p:spPr>
          <a:xfrm>
            <a:off x="13680000" y="5580000"/>
            <a:ext cx="1759680" cy="747000"/>
          </a:xfrm>
          <a:prstGeom prst="rect">
            <a:avLst/>
          </a:prstGeom>
          <a:noFill/>
          <a:ln w="0">
            <a:noFill/>
          </a:ln>
        </p:spPr>
        <p:style>
          <a:lnRef idx="0"/>
          <a:fillRef idx="0"/>
          <a:effectRef idx="0"/>
          <a:fontRef idx="minor"/>
        </p:style>
        <p:txBody>
          <a:bodyPr lIns="0" rIns="0" tIns="0" bIns="0">
            <a:spAutoFit/>
          </a:bodyPr>
          <a:p>
            <a:pPr algn="ctr">
              <a:lnSpc>
                <a:spcPts val="5879"/>
              </a:lnSpc>
            </a:pPr>
            <a:r>
              <a:rPr b="0" lang="en-US" sz="4200" spc="-1" strike="noStrike">
                <a:solidFill>
                  <a:srgbClr val="146a82"/>
                </a:solidFill>
                <a:latin typeface="Do Hyeon"/>
                <a:ea typeface="Do Hyeon"/>
              </a:rPr>
              <a:t>57.9 %</a:t>
            </a:r>
            <a:endParaRPr b="0" lang="de-DE" sz="4200" spc="-1" strike="noStrike">
              <a:latin typeface="Arial"/>
            </a:endParaRPr>
          </a:p>
        </p:txBody>
      </p:sp>
      <p:sp>
        <p:nvSpPr>
          <p:cNvPr id="538" name="CustomShape 38"/>
          <p:cNvSpPr/>
          <p:nvPr/>
        </p:nvSpPr>
        <p:spPr>
          <a:xfrm>
            <a:off x="12600000" y="3568320"/>
            <a:ext cx="838440" cy="391680"/>
          </a:xfrm>
          <a:prstGeom prst="rect">
            <a:avLst/>
          </a:prstGeom>
          <a:noFill/>
          <a:ln w="0">
            <a:noFill/>
          </a:ln>
        </p:spPr>
        <p:style>
          <a:lnRef idx="0"/>
          <a:fillRef idx="0"/>
          <a:effectRef idx="0"/>
          <a:fontRef idx="minor"/>
        </p:style>
        <p:txBody>
          <a:bodyPr lIns="0" rIns="0" tIns="0" bIns="0">
            <a:spAutoFit/>
          </a:bodyPr>
          <a:p>
            <a:pPr algn="ctr">
              <a:lnSpc>
                <a:spcPts val="3081"/>
              </a:lnSpc>
            </a:pPr>
            <a:r>
              <a:rPr b="0" lang="en-US" sz="2200" spc="-1" strike="noStrike">
                <a:solidFill>
                  <a:srgbClr val="ffffff"/>
                </a:solidFill>
                <a:latin typeface="Do Hyeon"/>
                <a:ea typeface="Do Hyeon"/>
              </a:rPr>
              <a:t>4.6 %</a:t>
            </a:r>
            <a:endParaRPr b="0" lang="de-DE" sz="2200" spc="-1" strike="noStrike">
              <a:latin typeface="Arial"/>
            </a:endParaRPr>
          </a:p>
        </p:txBody>
      </p:sp>
      <p:sp>
        <p:nvSpPr>
          <p:cNvPr id="539" name="CustomShape 39"/>
          <p:cNvSpPr/>
          <p:nvPr/>
        </p:nvSpPr>
        <p:spPr>
          <a:xfrm>
            <a:off x="11619720" y="4217040"/>
            <a:ext cx="800280" cy="498240"/>
          </a:xfrm>
          <a:prstGeom prst="rect">
            <a:avLst/>
          </a:prstGeom>
          <a:noFill/>
          <a:ln w="0">
            <a:noFill/>
          </a:ln>
        </p:spPr>
        <p:style>
          <a:lnRef idx="0"/>
          <a:fillRef idx="0"/>
          <a:effectRef idx="0"/>
          <a:fontRef idx="minor"/>
        </p:style>
        <p:txBody>
          <a:bodyPr lIns="0" rIns="0" tIns="0" bIns="0">
            <a:spAutoFit/>
          </a:bodyPr>
          <a:p>
            <a:pPr algn="ctr">
              <a:lnSpc>
                <a:spcPts val="3920"/>
              </a:lnSpc>
            </a:pPr>
            <a:r>
              <a:rPr b="0" lang="en-US" sz="2800" spc="-1" strike="noStrike">
                <a:solidFill>
                  <a:srgbClr val="146a82"/>
                </a:solidFill>
                <a:latin typeface="Do Hyeon"/>
                <a:ea typeface="Do Hyeon"/>
              </a:rPr>
              <a:t>15 %</a:t>
            </a:r>
            <a:endParaRPr b="0" lang="de-DE" sz="2800" spc="-1" strike="noStrike">
              <a:latin typeface="Arial"/>
            </a:endParaRPr>
          </a:p>
        </p:txBody>
      </p:sp>
      <p:sp>
        <p:nvSpPr>
          <p:cNvPr id="540" name="CustomShape 40"/>
          <p:cNvSpPr/>
          <p:nvPr/>
        </p:nvSpPr>
        <p:spPr>
          <a:xfrm>
            <a:off x="11104200" y="5621760"/>
            <a:ext cx="955800" cy="498240"/>
          </a:xfrm>
          <a:prstGeom prst="rect">
            <a:avLst/>
          </a:prstGeom>
          <a:noFill/>
          <a:ln w="0">
            <a:noFill/>
          </a:ln>
        </p:spPr>
        <p:style>
          <a:lnRef idx="0"/>
          <a:fillRef idx="0"/>
          <a:effectRef idx="0"/>
          <a:fontRef idx="minor"/>
        </p:style>
        <p:txBody>
          <a:bodyPr lIns="0" rIns="0" tIns="0" bIns="0">
            <a:spAutoFit/>
          </a:bodyPr>
          <a:p>
            <a:pPr algn="ctr">
              <a:lnSpc>
                <a:spcPts val="3920"/>
              </a:lnSpc>
            </a:pPr>
            <a:r>
              <a:rPr b="0" lang="en-US" sz="2800" spc="-1" strike="noStrike">
                <a:solidFill>
                  <a:srgbClr val="146a82"/>
                </a:solidFill>
                <a:latin typeface="Do Hyeon"/>
                <a:ea typeface="Do Hyeon"/>
              </a:rPr>
              <a:t>11.8 %</a:t>
            </a:r>
            <a:endParaRPr b="0" lang="de-DE" sz="2800" spc="-1" strike="noStrike">
              <a:latin typeface="Arial"/>
            </a:endParaRPr>
          </a:p>
        </p:txBody>
      </p:sp>
      <p:sp>
        <p:nvSpPr>
          <p:cNvPr id="541" name="CustomShape 41"/>
          <p:cNvSpPr/>
          <p:nvPr/>
        </p:nvSpPr>
        <p:spPr>
          <a:xfrm>
            <a:off x="11340000" y="6701760"/>
            <a:ext cx="1109880" cy="498240"/>
          </a:xfrm>
          <a:prstGeom prst="rect">
            <a:avLst/>
          </a:prstGeom>
          <a:noFill/>
          <a:ln w="0">
            <a:noFill/>
          </a:ln>
        </p:spPr>
        <p:style>
          <a:lnRef idx="0"/>
          <a:fillRef idx="0"/>
          <a:effectRef idx="0"/>
          <a:fontRef idx="minor"/>
        </p:style>
        <p:txBody>
          <a:bodyPr lIns="0" rIns="0" tIns="0" bIns="0">
            <a:spAutoFit/>
          </a:bodyPr>
          <a:p>
            <a:pPr algn="ctr">
              <a:lnSpc>
                <a:spcPts val="3920"/>
              </a:lnSpc>
            </a:pPr>
            <a:r>
              <a:rPr b="0" lang="en-US" sz="2800" spc="-1" strike="noStrike">
                <a:solidFill>
                  <a:srgbClr val="146a82"/>
                </a:solidFill>
                <a:latin typeface="Do Hyeon"/>
                <a:ea typeface="Do Hyeon"/>
              </a:rPr>
              <a:t>10.7 %</a:t>
            </a:r>
            <a:endParaRPr b="0" lang="de-DE" sz="2800" spc="-1" strike="noStrike">
              <a:latin typeface="Arial"/>
            </a:endParaRPr>
          </a:p>
        </p:txBody>
      </p:sp>
      <p:sp>
        <p:nvSpPr>
          <p:cNvPr id="542" name="CustomShape 42"/>
          <p:cNvSpPr/>
          <p:nvPr/>
        </p:nvSpPr>
        <p:spPr>
          <a:xfrm>
            <a:off x="6027840" y="6394320"/>
            <a:ext cx="1131840" cy="498240"/>
          </a:xfrm>
          <a:prstGeom prst="rect">
            <a:avLst/>
          </a:prstGeom>
          <a:noFill/>
          <a:ln w="0">
            <a:noFill/>
          </a:ln>
        </p:spPr>
        <p:style>
          <a:lnRef idx="0"/>
          <a:fillRef idx="0"/>
          <a:effectRef idx="0"/>
          <a:fontRef idx="minor"/>
        </p:style>
        <p:txBody>
          <a:bodyPr lIns="0" rIns="0" tIns="0" bIns="0">
            <a:spAutoFit/>
          </a:bodyPr>
          <a:p>
            <a:pPr algn="ctr">
              <a:lnSpc>
                <a:spcPts val="3920"/>
              </a:lnSpc>
            </a:pPr>
            <a:r>
              <a:rPr b="0" lang="en-US" sz="2800" spc="-1" strike="noStrike">
                <a:solidFill>
                  <a:srgbClr val="146a82"/>
                </a:solidFill>
                <a:latin typeface="Do Hyeon"/>
                <a:ea typeface="Do Hyeon"/>
              </a:rPr>
              <a:t>13.1 %</a:t>
            </a:r>
            <a:endParaRPr b="0" lang="de-DE" sz="2800" spc="-1" strike="noStrike">
              <a:latin typeface="Arial"/>
            </a:endParaRPr>
          </a:p>
        </p:txBody>
      </p:sp>
      <p:sp>
        <p:nvSpPr>
          <p:cNvPr id="543" name="CustomShape 43"/>
          <p:cNvSpPr/>
          <p:nvPr/>
        </p:nvSpPr>
        <p:spPr>
          <a:xfrm>
            <a:off x="4895280" y="7411320"/>
            <a:ext cx="1131840" cy="498240"/>
          </a:xfrm>
          <a:prstGeom prst="rect">
            <a:avLst/>
          </a:prstGeom>
          <a:noFill/>
          <a:ln w="0">
            <a:noFill/>
          </a:ln>
        </p:spPr>
        <p:style>
          <a:lnRef idx="0"/>
          <a:fillRef idx="0"/>
          <a:effectRef idx="0"/>
          <a:fontRef idx="minor"/>
        </p:style>
        <p:txBody>
          <a:bodyPr lIns="0" rIns="0" tIns="0" bIns="0">
            <a:spAutoFit/>
          </a:bodyPr>
          <a:p>
            <a:pPr algn="ctr">
              <a:lnSpc>
                <a:spcPts val="3920"/>
              </a:lnSpc>
            </a:pPr>
            <a:r>
              <a:rPr b="0" lang="en-US" sz="2800" spc="-1" strike="noStrike">
                <a:solidFill>
                  <a:srgbClr val="146a82"/>
                </a:solidFill>
                <a:latin typeface="Do Hyeon"/>
                <a:ea typeface="Do Hyeon"/>
              </a:rPr>
              <a:t>13.1 %</a:t>
            </a:r>
            <a:endParaRPr b="0" lang="de-DE" sz="2800" spc="-1" strike="noStrike">
              <a:latin typeface="Arial"/>
            </a:endParaRPr>
          </a:p>
        </p:txBody>
      </p:sp>
      <p:sp>
        <p:nvSpPr>
          <p:cNvPr id="544" name="CustomShape 44"/>
          <p:cNvSpPr/>
          <p:nvPr/>
        </p:nvSpPr>
        <p:spPr>
          <a:xfrm>
            <a:off x="2990880" y="6050520"/>
            <a:ext cx="1131840" cy="498240"/>
          </a:xfrm>
          <a:prstGeom prst="rect">
            <a:avLst/>
          </a:prstGeom>
          <a:noFill/>
          <a:ln w="0">
            <a:noFill/>
          </a:ln>
        </p:spPr>
        <p:style>
          <a:lnRef idx="0"/>
          <a:fillRef idx="0"/>
          <a:effectRef idx="0"/>
          <a:fontRef idx="minor"/>
        </p:style>
        <p:txBody>
          <a:bodyPr lIns="0" rIns="0" tIns="0" bIns="0">
            <a:spAutoFit/>
          </a:bodyPr>
          <a:p>
            <a:pPr algn="ctr">
              <a:lnSpc>
                <a:spcPts val="3920"/>
              </a:lnSpc>
            </a:pPr>
            <a:r>
              <a:rPr b="0" lang="en-US" sz="2800" spc="-1" strike="noStrike">
                <a:solidFill>
                  <a:srgbClr val="146a82"/>
                </a:solidFill>
                <a:latin typeface="Do Hyeon"/>
                <a:ea typeface="Do Hyeon"/>
              </a:rPr>
              <a:t>31.3 %</a:t>
            </a:r>
            <a:endParaRPr b="0" lang="de-DE" sz="2800" spc="-1" strike="noStrike">
              <a:latin typeface="Arial"/>
            </a:endParaRPr>
          </a:p>
        </p:txBody>
      </p:sp>
      <p:sp>
        <p:nvSpPr>
          <p:cNvPr id="545" name="CustomShape 45"/>
          <p:cNvSpPr/>
          <p:nvPr/>
        </p:nvSpPr>
        <p:spPr>
          <a:xfrm>
            <a:off x="3690000" y="3893400"/>
            <a:ext cx="1131840" cy="498240"/>
          </a:xfrm>
          <a:prstGeom prst="rect">
            <a:avLst/>
          </a:prstGeom>
          <a:noFill/>
          <a:ln w="0">
            <a:noFill/>
          </a:ln>
        </p:spPr>
        <p:style>
          <a:lnRef idx="0"/>
          <a:fillRef idx="0"/>
          <a:effectRef idx="0"/>
          <a:fontRef idx="minor"/>
        </p:style>
        <p:txBody>
          <a:bodyPr lIns="0" rIns="0" tIns="0" bIns="0">
            <a:spAutoFit/>
          </a:bodyPr>
          <a:p>
            <a:pPr algn="ctr">
              <a:lnSpc>
                <a:spcPts val="3920"/>
              </a:lnSpc>
            </a:pPr>
            <a:r>
              <a:rPr b="0" lang="en-US" sz="2800" spc="-1" strike="noStrike">
                <a:solidFill>
                  <a:srgbClr val="ffffff"/>
                </a:solidFill>
                <a:latin typeface="Do Hyeon"/>
                <a:ea typeface="Do Hyeon"/>
              </a:rPr>
              <a:t>15.2 %</a:t>
            </a:r>
            <a:endParaRPr b="0" lang="de-DE" sz="2800" spc="-1" strike="noStrike">
              <a:latin typeface="Arial"/>
            </a:endParaRPr>
          </a:p>
        </p:txBody>
      </p:sp>
      <p:sp>
        <p:nvSpPr>
          <p:cNvPr id="546" name="CustomShape 46"/>
          <p:cNvSpPr/>
          <p:nvPr/>
        </p:nvSpPr>
        <p:spPr>
          <a:xfrm>
            <a:off x="5894640" y="4158000"/>
            <a:ext cx="1131840" cy="747000"/>
          </a:xfrm>
          <a:prstGeom prst="rect">
            <a:avLst/>
          </a:prstGeom>
          <a:noFill/>
          <a:ln w="0">
            <a:noFill/>
          </a:ln>
        </p:spPr>
        <p:style>
          <a:lnRef idx="0"/>
          <a:fillRef idx="0"/>
          <a:effectRef idx="0"/>
          <a:fontRef idx="minor"/>
        </p:style>
        <p:txBody>
          <a:bodyPr lIns="0" rIns="0" tIns="0" bIns="0">
            <a:spAutoFit/>
          </a:bodyPr>
          <a:p>
            <a:pPr algn="ctr">
              <a:lnSpc>
                <a:spcPts val="5879"/>
              </a:lnSpc>
            </a:pPr>
            <a:r>
              <a:rPr b="0" lang="en-US" sz="4200" spc="-1" strike="noStrike">
                <a:solidFill>
                  <a:srgbClr val="146a82"/>
                </a:solidFill>
                <a:latin typeface="Do Hyeon"/>
                <a:ea typeface="Do Hyeon"/>
              </a:rPr>
              <a:t>27 %</a:t>
            </a:r>
            <a:endParaRPr b="0" lang="de-DE" sz="4200" spc="-1" strike="noStrike">
              <a:latin typeface="Arial"/>
            </a:endParaRPr>
          </a:p>
        </p:txBody>
      </p:sp>
      <p:sp>
        <p:nvSpPr>
          <p:cNvPr id="547" name="CustomShape 47"/>
          <p:cNvSpPr/>
          <p:nvPr/>
        </p:nvSpPr>
        <p:spPr>
          <a:xfrm>
            <a:off x="13860000" y="6480000"/>
            <a:ext cx="1405080" cy="426960"/>
          </a:xfrm>
          <a:prstGeom prst="rect">
            <a:avLst/>
          </a:prstGeom>
          <a:noFill/>
          <a:ln w="0">
            <a:noFill/>
          </a:ln>
        </p:spPr>
        <p:style>
          <a:lnRef idx="0"/>
          <a:fillRef idx="0"/>
          <a:effectRef idx="0"/>
          <a:fontRef idx="minor"/>
        </p:style>
        <p:txBody>
          <a:bodyPr lIns="0" rIns="0" tIns="0" bIns="0">
            <a:spAutoFit/>
          </a:bodyPr>
          <a:p>
            <a:pPr>
              <a:lnSpc>
                <a:spcPts val="3359"/>
              </a:lnSpc>
            </a:pPr>
            <a:r>
              <a:rPr b="0" lang="en-US" sz="2400" spc="-1" strike="noStrike">
                <a:solidFill>
                  <a:srgbClr val="146a82"/>
                </a:solidFill>
                <a:latin typeface="Do Hyeon"/>
                <a:ea typeface="Do Hyeon"/>
              </a:rPr>
              <a:t>0-15 sec</a:t>
            </a:r>
            <a:endParaRPr b="0" lang="de-DE" sz="2400" spc="-1" strike="noStrike">
              <a:latin typeface="Arial"/>
            </a:endParaRPr>
          </a:p>
        </p:txBody>
      </p:sp>
      <p:sp>
        <p:nvSpPr>
          <p:cNvPr id="548" name="CustomShape 48"/>
          <p:cNvSpPr/>
          <p:nvPr/>
        </p:nvSpPr>
        <p:spPr>
          <a:xfrm>
            <a:off x="5932800" y="4952520"/>
            <a:ext cx="1405080" cy="426960"/>
          </a:xfrm>
          <a:prstGeom prst="rect">
            <a:avLst/>
          </a:prstGeom>
          <a:noFill/>
          <a:ln w="0">
            <a:noFill/>
          </a:ln>
        </p:spPr>
        <p:style>
          <a:lnRef idx="0"/>
          <a:fillRef idx="0"/>
          <a:effectRef idx="0"/>
          <a:fontRef idx="minor"/>
        </p:style>
        <p:txBody>
          <a:bodyPr lIns="0" rIns="0" tIns="0" bIns="0">
            <a:spAutoFit/>
          </a:bodyPr>
          <a:p>
            <a:pPr>
              <a:lnSpc>
                <a:spcPts val="3359"/>
              </a:lnSpc>
            </a:pPr>
            <a:r>
              <a:rPr b="0" lang="en-US" sz="2400" spc="-1" strike="noStrike">
                <a:solidFill>
                  <a:srgbClr val="146a82"/>
                </a:solidFill>
                <a:latin typeface="Do Hyeon"/>
                <a:ea typeface="Do Hyeon"/>
              </a:rPr>
              <a:t>0-15 sec</a:t>
            </a:r>
            <a:endParaRPr b="0" lang="de-DE" sz="2400" spc="-1" strike="noStrike">
              <a:latin typeface="Arial"/>
            </a:endParaRPr>
          </a:p>
        </p:txBody>
      </p:sp>
      <p:sp>
        <p:nvSpPr>
          <p:cNvPr id="549" name="CustomShape 49"/>
          <p:cNvSpPr/>
          <p:nvPr/>
        </p:nvSpPr>
        <p:spPr>
          <a:xfrm>
            <a:off x="1028880" y="2462400"/>
            <a:ext cx="8114400" cy="471960"/>
          </a:xfrm>
          <a:prstGeom prst="rect">
            <a:avLst/>
          </a:prstGeom>
          <a:noFill/>
          <a:ln w="0">
            <a:noFill/>
          </a:ln>
        </p:spPr>
        <p:style>
          <a:lnRef idx="0"/>
          <a:fillRef idx="0"/>
          <a:effectRef idx="0"/>
          <a:fontRef idx="minor"/>
        </p:style>
        <p:txBody>
          <a:bodyPr lIns="0" rIns="0" tIns="0" bIns="0">
            <a:spAutoFit/>
          </a:bodyPr>
          <a:p>
            <a:pPr algn="ctr">
              <a:lnSpc>
                <a:spcPts val="3719"/>
              </a:lnSpc>
            </a:pPr>
            <a:r>
              <a:rPr b="0" lang="en-US" sz="3100" spc="-1" strike="noStrike">
                <a:solidFill>
                  <a:srgbClr val="ffffff"/>
                </a:solidFill>
                <a:latin typeface="Rosario"/>
                <a:ea typeface="Rosario"/>
              </a:rPr>
              <a:t>total unlocks: 329</a:t>
            </a:r>
            <a:endParaRPr b="0" lang="de-DE" sz="3100" spc="-1" strike="noStrike">
              <a:latin typeface="Arial"/>
            </a:endParaRPr>
          </a:p>
        </p:txBody>
      </p:sp>
      <p:sp>
        <p:nvSpPr>
          <p:cNvPr id="550" name="CustomShape 50"/>
          <p:cNvSpPr/>
          <p:nvPr/>
        </p:nvSpPr>
        <p:spPr>
          <a:xfrm>
            <a:off x="9143640" y="2440440"/>
            <a:ext cx="8114400" cy="471960"/>
          </a:xfrm>
          <a:prstGeom prst="rect">
            <a:avLst/>
          </a:prstGeom>
          <a:noFill/>
          <a:ln w="0">
            <a:noFill/>
          </a:ln>
        </p:spPr>
        <p:style>
          <a:lnRef idx="0"/>
          <a:fillRef idx="0"/>
          <a:effectRef idx="0"/>
          <a:fontRef idx="minor"/>
        </p:style>
        <p:txBody>
          <a:bodyPr lIns="0" rIns="0" tIns="0" bIns="0">
            <a:spAutoFit/>
          </a:bodyPr>
          <a:p>
            <a:pPr algn="ctr">
              <a:lnSpc>
                <a:spcPts val="3719"/>
              </a:lnSpc>
            </a:pPr>
            <a:r>
              <a:rPr b="0" lang="en-US" sz="3100" spc="-1" strike="noStrike">
                <a:solidFill>
                  <a:srgbClr val="ffffff"/>
                </a:solidFill>
                <a:latin typeface="Rosario"/>
                <a:ea typeface="Rosario"/>
              </a:rPr>
              <a:t>total unlocks: 280</a:t>
            </a:r>
            <a:endParaRPr b="0" lang="de-DE" sz="31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1f1f1"/>
        </a:solidFill>
      </p:bgPr>
    </p:bg>
    <p:spTree>
      <p:nvGrpSpPr>
        <p:cNvPr id="1" name=""/>
        <p:cNvGrpSpPr/>
        <p:nvPr/>
      </p:nvGrpSpPr>
      <p:grpSpPr>
        <a:xfrm>
          <a:off x="0" y="0"/>
          <a:ext cx="0" cy="0"/>
          <a:chOff x="0" y="0"/>
          <a:chExt cx="0" cy="0"/>
        </a:xfrm>
      </p:grpSpPr>
      <p:grpSp>
        <p:nvGrpSpPr>
          <p:cNvPr id="551" name="Group 1"/>
          <p:cNvGrpSpPr/>
          <p:nvPr/>
        </p:nvGrpSpPr>
        <p:grpSpPr>
          <a:xfrm>
            <a:off x="1028880" y="-439560"/>
            <a:ext cx="4551840" cy="11024280"/>
            <a:chOff x="1028880" y="-439560"/>
            <a:chExt cx="4551840" cy="11024280"/>
          </a:xfrm>
        </p:grpSpPr>
        <p:sp>
          <p:nvSpPr>
            <p:cNvPr id="552" name="CustomShape 2"/>
            <p:cNvSpPr/>
            <p:nvPr/>
          </p:nvSpPr>
          <p:spPr>
            <a:xfrm>
              <a:off x="1028880" y="-294840"/>
              <a:ext cx="4551840" cy="10879560"/>
            </a:xfrm>
            <a:custGeom>
              <a:avLst/>
              <a:gdLst/>
              <a:ahLst/>
              <a:rect l="l" t="t" r="r" b="b"/>
              <a:pathLst>
                <a:path w="1198892" h="2865496">
                  <a:moveTo>
                    <a:pt x="85038" y="0"/>
                  </a:moveTo>
                  <a:lnTo>
                    <a:pt x="1113855" y="0"/>
                  </a:lnTo>
                  <a:cubicBezTo>
                    <a:pt x="1136408" y="0"/>
                    <a:pt x="1158038" y="8959"/>
                    <a:pt x="1173985" y="24907"/>
                  </a:cubicBezTo>
                  <a:cubicBezTo>
                    <a:pt x="1189933" y="40855"/>
                    <a:pt x="1198892" y="62484"/>
                    <a:pt x="1198892" y="85038"/>
                  </a:cubicBezTo>
                  <a:lnTo>
                    <a:pt x="1198892" y="2780458"/>
                  </a:lnTo>
                  <a:cubicBezTo>
                    <a:pt x="1198892" y="2803011"/>
                    <a:pt x="1189933" y="2824641"/>
                    <a:pt x="1173985" y="2840589"/>
                  </a:cubicBezTo>
                  <a:cubicBezTo>
                    <a:pt x="1158038" y="2856536"/>
                    <a:pt x="1136408" y="2865496"/>
                    <a:pt x="1113855" y="2865496"/>
                  </a:cubicBezTo>
                  <a:lnTo>
                    <a:pt x="85038" y="2865496"/>
                  </a:lnTo>
                  <a:cubicBezTo>
                    <a:pt x="62484" y="2865496"/>
                    <a:pt x="40855" y="2856536"/>
                    <a:pt x="24907" y="2840589"/>
                  </a:cubicBezTo>
                  <a:cubicBezTo>
                    <a:pt x="8959" y="2824641"/>
                    <a:pt x="0" y="2803011"/>
                    <a:pt x="0" y="2780458"/>
                  </a:cubicBezTo>
                  <a:lnTo>
                    <a:pt x="0" y="85038"/>
                  </a:lnTo>
                  <a:cubicBezTo>
                    <a:pt x="0" y="62484"/>
                    <a:pt x="8959" y="40855"/>
                    <a:pt x="24907" y="24907"/>
                  </a:cubicBezTo>
                  <a:cubicBezTo>
                    <a:pt x="40855" y="8959"/>
                    <a:pt x="62484" y="0"/>
                    <a:pt x="85038" y="0"/>
                  </a:cubicBezTo>
                  <a:close/>
                </a:path>
              </a:pathLst>
            </a:custGeom>
            <a:solidFill>
              <a:srgbClr val="146a82"/>
            </a:solidFill>
            <a:ln w="0">
              <a:noFill/>
            </a:ln>
          </p:spPr>
          <p:style>
            <a:lnRef idx="0"/>
            <a:fillRef idx="0"/>
            <a:effectRef idx="0"/>
            <a:fontRef idx="minor"/>
          </p:style>
        </p:sp>
        <p:sp>
          <p:nvSpPr>
            <p:cNvPr id="553" name="CustomShape 3"/>
            <p:cNvSpPr/>
            <p:nvPr/>
          </p:nvSpPr>
          <p:spPr>
            <a:xfrm>
              <a:off x="1028880" y="-439560"/>
              <a:ext cx="4551840" cy="11024280"/>
            </a:xfrm>
            <a:prstGeom prst="rect">
              <a:avLst/>
            </a:prstGeom>
            <a:noFill/>
            <a:ln w="0">
              <a:noFill/>
            </a:ln>
          </p:spPr>
          <p:style>
            <a:lnRef idx="0"/>
            <a:fillRef idx="0"/>
            <a:effectRef idx="0"/>
            <a:fontRef idx="minor"/>
          </p:style>
        </p:sp>
      </p:grpSp>
      <p:sp>
        <p:nvSpPr>
          <p:cNvPr id="554" name="CustomShape 4"/>
          <p:cNvSpPr/>
          <p:nvPr/>
        </p:nvSpPr>
        <p:spPr>
          <a:xfrm rot="16200000">
            <a:off x="-1030680" y="4096080"/>
            <a:ext cx="8229240" cy="2095560"/>
          </a:xfrm>
          <a:prstGeom prst="rect">
            <a:avLst/>
          </a:prstGeom>
          <a:noFill/>
          <a:ln w="0">
            <a:noFill/>
          </a:ln>
        </p:spPr>
        <p:style>
          <a:lnRef idx="0"/>
          <a:fillRef idx="0"/>
          <a:effectRef idx="0"/>
          <a:fontRef idx="minor"/>
        </p:style>
        <p:txBody>
          <a:bodyPr lIns="0" rIns="0" tIns="0" bIns="0">
            <a:spAutoFit/>
          </a:bodyPr>
          <a:p>
            <a:pPr algn="ctr">
              <a:lnSpc>
                <a:spcPts val="9998"/>
              </a:lnSpc>
            </a:pPr>
            <a:r>
              <a:rPr b="0" lang="en-US" sz="10000" spc="-1" strike="noStrike">
                <a:solidFill>
                  <a:srgbClr val="ffffff"/>
                </a:solidFill>
                <a:latin typeface="Do Hyeon"/>
                <a:ea typeface="Do Hyeon"/>
              </a:rPr>
              <a:t>Effects</a:t>
            </a:r>
            <a:endParaRPr b="0" lang="de-DE" sz="10000" spc="-1" strike="noStrike">
              <a:latin typeface="Arial"/>
            </a:endParaRPr>
          </a:p>
          <a:p>
            <a:pPr algn="ctr">
              <a:lnSpc>
                <a:spcPts val="6500"/>
              </a:lnSpc>
            </a:pPr>
            <a:r>
              <a:rPr b="0" lang="en-US" sz="6500" spc="-1" strike="noStrike">
                <a:solidFill>
                  <a:srgbClr val="ffffff"/>
                </a:solidFill>
                <a:latin typeface="Do Hyeon"/>
                <a:ea typeface="Do Hyeon"/>
              </a:rPr>
              <a:t>of the Interventions</a:t>
            </a:r>
            <a:endParaRPr b="0" lang="de-DE" sz="6500" spc="-1" strike="noStrike">
              <a:latin typeface="Arial"/>
            </a:endParaRPr>
          </a:p>
        </p:txBody>
      </p:sp>
      <p:sp>
        <p:nvSpPr>
          <p:cNvPr id="555" name="CustomShape 5"/>
          <p:cNvSpPr/>
          <p:nvPr/>
        </p:nvSpPr>
        <p:spPr>
          <a:xfrm>
            <a:off x="6781680" y="2208240"/>
            <a:ext cx="9831960" cy="548280"/>
          </a:xfrm>
          <a:prstGeom prst="rect">
            <a:avLst/>
          </a:prstGeom>
          <a:noFill/>
          <a:ln w="0">
            <a:noFill/>
          </a:ln>
        </p:spPr>
        <p:style>
          <a:lnRef idx="0"/>
          <a:fillRef idx="0"/>
          <a:effectRef idx="0"/>
          <a:fontRef idx="minor"/>
        </p:style>
        <p:txBody>
          <a:bodyPr lIns="0" rIns="0" tIns="0" bIns="0">
            <a:spAutoFit/>
          </a:bodyPr>
          <a:p>
            <a:pPr>
              <a:lnSpc>
                <a:spcPts val="4320"/>
              </a:lnSpc>
            </a:pPr>
            <a:r>
              <a:rPr b="0" lang="en-US" sz="3600" spc="-1" strike="noStrike">
                <a:solidFill>
                  <a:srgbClr val="146a82"/>
                </a:solidFill>
                <a:latin typeface="Rosario Bold"/>
                <a:ea typeface="Rosario Bold"/>
              </a:rPr>
              <a:t>Reduction of Phubbing Behavior</a:t>
            </a:r>
            <a:endParaRPr b="0" lang="de-DE" sz="3600" spc="-1" strike="noStrike">
              <a:latin typeface="Arial"/>
            </a:endParaRPr>
          </a:p>
        </p:txBody>
      </p:sp>
      <p:grpSp>
        <p:nvGrpSpPr>
          <p:cNvPr id="556" name="Group 6"/>
          <p:cNvGrpSpPr/>
          <p:nvPr/>
        </p:nvGrpSpPr>
        <p:grpSpPr>
          <a:xfrm>
            <a:off x="4788720" y="1687680"/>
            <a:ext cx="1583640" cy="1583640"/>
            <a:chOff x="4788720" y="1687680"/>
            <a:chExt cx="1583640" cy="1583640"/>
          </a:xfrm>
        </p:grpSpPr>
        <p:grpSp>
          <p:nvGrpSpPr>
            <p:cNvPr id="557" name="Group 7"/>
            <p:cNvGrpSpPr/>
            <p:nvPr/>
          </p:nvGrpSpPr>
          <p:grpSpPr>
            <a:xfrm>
              <a:off x="4788720" y="1687680"/>
              <a:ext cx="1583640" cy="1583640"/>
              <a:chOff x="4788720" y="1687680"/>
              <a:chExt cx="1583640" cy="1583640"/>
            </a:xfrm>
          </p:grpSpPr>
          <p:sp>
            <p:nvSpPr>
              <p:cNvPr id="558" name="CustomShape 8"/>
              <p:cNvSpPr/>
              <p:nvPr/>
            </p:nvSpPr>
            <p:spPr>
              <a:xfrm>
                <a:off x="4788720" y="168768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559" name="CustomShape 9"/>
              <p:cNvSpPr/>
              <p:nvPr/>
            </p:nvSpPr>
            <p:spPr>
              <a:xfrm>
                <a:off x="4937040" y="1743480"/>
                <a:ext cx="1286640" cy="1379520"/>
              </a:xfrm>
              <a:prstGeom prst="rect">
                <a:avLst/>
              </a:prstGeom>
              <a:noFill/>
              <a:ln w="0">
                <a:noFill/>
              </a:ln>
            </p:spPr>
            <p:style>
              <a:lnRef idx="0"/>
              <a:fillRef idx="0"/>
              <a:effectRef idx="0"/>
              <a:fontRef idx="minor"/>
            </p:style>
          </p:sp>
        </p:grpSp>
        <p:sp>
          <p:nvSpPr>
            <p:cNvPr id="560" name="CustomShape 10"/>
            <p:cNvSpPr/>
            <p:nvPr/>
          </p:nvSpPr>
          <p:spPr>
            <a:xfrm>
              <a:off x="5298480" y="19479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01</a:t>
              </a:r>
              <a:endParaRPr b="0" lang="de-DE" sz="5000" spc="-1" strike="noStrike">
                <a:latin typeface="Arial"/>
              </a:endParaRPr>
            </a:p>
          </p:txBody>
        </p:sp>
      </p:grpSp>
      <p:grpSp>
        <p:nvGrpSpPr>
          <p:cNvPr id="561" name="Group 11"/>
          <p:cNvGrpSpPr/>
          <p:nvPr/>
        </p:nvGrpSpPr>
        <p:grpSpPr>
          <a:xfrm>
            <a:off x="4788720" y="4272120"/>
            <a:ext cx="1583640" cy="1583640"/>
            <a:chOff x="4788720" y="4272120"/>
            <a:chExt cx="1583640" cy="1583640"/>
          </a:xfrm>
        </p:grpSpPr>
        <p:sp>
          <p:nvSpPr>
            <p:cNvPr id="562" name="CustomShape 12"/>
            <p:cNvSpPr/>
            <p:nvPr/>
          </p:nvSpPr>
          <p:spPr>
            <a:xfrm>
              <a:off x="4788720" y="427212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563" name="CustomShape 13"/>
            <p:cNvSpPr/>
            <p:nvPr/>
          </p:nvSpPr>
          <p:spPr>
            <a:xfrm>
              <a:off x="4937040" y="4327560"/>
              <a:ext cx="1286640" cy="1379520"/>
            </a:xfrm>
            <a:prstGeom prst="rect">
              <a:avLst/>
            </a:prstGeom>
            <a:noFill/>
            <a:ln w="0">
              <a:noFill/>
            </a:ln>
          </p:spPr>
          <p:style>
            <a:lnRef idx="0"/>
            <a:fillRef idx="0"/>
            <a:effectRef idx="0"/>
            <a:fontRef idx="minor"/>
          </p:style>
        </p:sp>
      </p:grpSp>
      <p:sp>
        <p:nvSpPr>
          <p:cNvPr id="564" name="CustomShape 14"/>
          <p:cNvSpPr/>
          <p:nvPr/>
        </p:nvSpPr>
        <p:spPr>
          <a:xfrm>
            <a:off x="5270040" y="44751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02</a:t>
            </a:r>
            <a:endParaRPr b="0" lang="de-DE" sz="5000" spc="-1" strike="noStrike">
              <a:latin typeface="Arial"/>
            </a:endParaRPr>
          </a:p>
        </p:txBody>
      </p:sp>
      <p:grpSp>
        <p:nvGrpSpPr>
          <p:cNvPr id="565" name="Group 15"/>
          <p:cNvGrpSpPr/>
          <p:nvPr/>
        </p:nvGrpSpPr>
        <p:grpSpPr>
          <a:xfrm>
            <a:off x="6781680" y="4792680"/>
            <a:ext cx="10477080" cy="4131720"/>
            <a:chOff x="6781680" y="4792680"/>
            <a:chExt cx="10477080" cy="4131720"/>
          </a:xfrm>
        </p:grpSpPr>
        <p:sp>
          <p:nvSpPr>
            <p:cNvPr id="566" name="CustomShape 16"/>
            <p:cNvSpPr/>
            <p:nvPr/>
          </p:nvSpPr>
          <p:spPr>
            <a:xfrm>
              <a:off x="6781680" y="4792680"/>
              <a:ext cx="9831960" cy="549000"/>
            </a:xfrm>
            <a:prstGeom prst="rect">
              <a:avLst/>
            </a:prstGeom>
            <a:noFill/>
            <a:ln w="0">
              <a:noFill/>
            </a:ln>
          </p:spPr>
          <p:style>
            <a:lnRef idx="0"/>
            <a:fillRef idx="0"/>
            <a:effectRef idx="0"/>
            <a:fontRef idx="minor"/>
          </p:style>
          <p:txBody>
            <a:bodyPr lIns="0" rIns="0" tIns="0" bIns="0">
              <a:spAutoFit/>
            </a:bodyPr>
            <a:p>
              <a:pPr>
                <a:lnSpc>
                  <a:spcPts val="4320"/>
                </a:lnSpc>
              </a:pPr>
              <a:r>
                <a:rPr b="0" lang="en-US" sz="3600" spc="-1" strike="noStrike">
                  <a:solidFill>
                    <a:srgbClr val="146a82"/>
                  </a:solidFill>
                  <a:latin typeface="Rosario Bold"/>
                  <a:ea typeface="Rosario Bold"/>
                </a:rPr>
                <a:t>Better Awareness of Own Phubbing Behavior</a:t>
              </a:r>
              <a:endParaRPr b="0" lang="de-DE" sz="3600" spc="-1" strike="noStrike">
                <a:latin typeface="Arial"/>
              </a:endParaRPr>
            </a:p>
          </p:txBody>
        </p:sp>
        <p:sp>
          <p:nvSpPr>
            <p:cNvPr id="567" name="CustomShape 17"/>
            <p:cNvSpPr/>
            <p:nvPr/>
          </p:nvSpPr>
          <p:spPr>
            <a:xfrm>
              <a:off x="6781680" y="6089400"/>
              <a:ext cx="10477080" cy="2835000"/>
            </a:xfrm>
            <a:prstGeom prst="rect">
              <a:avLst/>
            </a:prstGeom>
            <a:noFill/>
            <a:ln w="0">
              <a:noFill/>
            </a:ln>
          </p:spPr>
          <p:style>
            <a:lnRef idx="0"/>
            <a:fillRef idx="0"/>
            <a:effectRef idx="0"/>
            <a:fontRef idx="minor"/>
          </p:style>
          <p:txBody>
            <a:bodyPr lIns="0" rIns="0" tIns="0" bIns="0">
              <a:spAutoFit/>
            </a:bodyPr>
            <a:p>
              <a:pPr>
                <a:lnSpc>
                  <a:spcPts val="3719"/>
                </a:lnSpc>
                <a:spcBef>
                  <a:spcPts val="425"/>
                </a:spcBef>
                <a:spcAft>
                  <a:spcPts val="425"/>
                </a:spcAft>
              </a:pPr>
              <a:r>
                <a:rPr b="0" i="1" lang="en-US" sz="3100" spc="-1" strike="noStrike">
                  <a:solidFill>
                    <a:srgbClr val="146a82"/>
                  </a:solidFill>
                  <a:latin typeface="Rosario"/>
                  <a:ea typeface="Rosario Bold Italics"/>
                </a:rPr>
                <a:t>“</a:t>
              </a:r>
              <a:r>
                <a:rPr b="0" i="1" lang="en-US" sz="3100" spc="-1" strike="noStrike">
                  <a:solidFill>
                    <a:srgbClr val="146a82"/>
                  </a:solidFill>
                  <a:latin typeface="Rosario"/>
                  <a:ea typeface="Rosario Bold Italics"/>
                </a:rPr>
                <a:t>I noticed during the study that I sometimes just take my phone out. And when I saw this message, I thought about why I had taken it out. If what I was about to do was really necessary to do now (in social interaction). It's such an additional barrier and you use it more consciously because of that.” </a:t>
              </a:r>
              <a:endParaRPr b="0" lang="de-DE" sz="3100" spc="-1" strike="noStrike">
                <a:latin typeface="Arial"/>
                <a:ea typeface="Microsoft YaHei"/>
              </a:endParaRPr>
            </a:p>
            <a:p>
              <a:pPr>
                <a:lnSpc>
                  <a:spcPts val="2880"/>
                </a:lnSpc>
                <a:spcBef>
                  <a:spcPts val="425"/>
                </a:spcBef>
                <a:spcAft>
                  <a:spcPts val="425"/>
                </a:spcAft>
              </a:pPr>
              <a:r>
                <a:rPr b="1" lang="en-US" sz="2400" spc="-1" strike="noStrike">
                  <a:solidFill>
                    <a:srgbClr val="146a82"/>
                  </a:solidFill>
                  <a:latin typeface="Rosario"/>
                  <a:ea typeface="Rosario Bold"/>
                </a:rPr>
                <a:t>[Participant 7B]</a:t>
              </a:r>
              <a:endParaRPr b="0" lang="de-DE" sz="2400" spc="-1" strike="noStrike">
                <a:latin typeface="Arial"/>
                <a:ea typeface="Microsoft YaHei"/>
              </a:endParaRPr>
            </a:p>
          </p:txBody>
        </p:sp>
      </p:grpSp>
    </p:spTree>
  </p:cSld>
  <mc:AlternateContent>
    <mc:Choice Requires="p14">
      <p:transition spd="slow" p14:dur="2000"/>
    </mc:Choice>
    <mc:Fallback>
      <p:transition spd="slow"/>
    </mc:Fallback>
  </mc:AlternateContent>
  <p:timing>
    <p:tnLst>
      <p:par>
        <p:cTn id="95" dur="indefinite" restart="never" nodeType="tmRoot">
          <p:childTnLst>
            <p:seq>
              <p:cTn id="96" dur="indefinite" nodeType="mainSeq">
                <p:childTnLst>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555"/>
                                        </p:tgtEl>
                                        <p:attrNameLst>
                                          <p:attrName>style.visibility</p:attrName>
                                        </p:attrNameLst>
                                      </p:cBhvr>
                                      <p:to>
                                        <p:strVal val="visible"/>
                                      </p:to>
                                    </p:set>
                                  </p:childTnLst>
                                </p:cTn>
                              </p:par>
                              <p:par>
                                <p:cTn id="101" nodeType="withEffect" fill="hold" presetClass="entr" presetID="1">
                                  <p:stCondLst>
                                    <p:cond delay="0"/>
                                  </p:stCondLst>
                                  <p:childTnLst>
                                    <p:set>
                                      <p:cBhvr>
                                        <p:cTn id="102" dur="1" fill="hold">
                                          <p:stCondLst>
                                            <p:cond delay="0"/>
                                          </p:stCondLst>
                                        </p:cTn>
                                        <p:tgtEl>
                                          <p:spTgt spid="55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nodeType="clickEffect" fill="hold" presetClass="entr" presetID="1">
                                  <p:stCondLst>
                                    <p:cond delay="0"/>
                                  </p:stCondLst>
                                  <p:childTnLst>
                                    <p:set>
                                      <p:cBhvr>
                                        <p:cTn id="106" dur="1" fill="hold">
                                          <p:stCondLst>
                                            <p:cond delay="0"/>
                                          </p:stCondLst>
                                        </p:cTn>
                                        <p:tgtEl>
                                          <p:spTgt spid="561"/>
                                        </p:tgtEl>
                                        <p:attrNameLst>
                                          <p:attrName>style.visibility</p:attrName>
                                        </p:attrNameLst>
                                      </p:cBhvr>
                                      <p:to>
                                        <p:strVal val="visible"/>
                                      </p:to>
                                    </p:set>
                                  </p:childTnLst>
                                </p:cTn>
                              </p:par>
                              <p:par>
                                <p:cTn id="107" nodeType="withEffect" fill="hold" presetClass="entr" presetID="1">
                                  <p:stCondLst>
                                    <p:cond delay="0"/>
                                  </p:stCondLst>
                                  <p:childTnLst>
                                    <p:set>
                                      <p:cBhvr>
                                        <p:cTn id="108" dur="1" fill="hold">
                                          <p:stCondLst>
                                            <p:cond delay="0"/>
                                          </p:stCondLst>
                                        </p:cTn>
                                        <p:tgtEl>
                                          <p:spTgt spid="564"/>
                                        </p:tgtEl>
                                        <p:attrNameLst>
                                          <p:attrName>style.visibility</p:attrName>
                                        </p:attrNameLst>
                                      </p:cBhvr>
                                      <p:to>
                                        <p:strVal val="visible"/>
                                      </p:to>
                                    </p:set>
                                  </p:childTnLst>
                                </p:cTn>
                              </p:par>
                              <p:par>
                                <p:cTn id="109" nodeType="withEffect" fill="hold" presetClass="entr" presetID="1">
                                  <p:stCondLst>
                                    <p:cond delay="0"/>
                                  </p:stCondLst>
                                  <p:childTnLst>
                                    <p:set>
                                      <p:cBhvr>
                                        <p:cTn id="110" dur="1" fill="hold">
                                          <p:stCondLst>
                                            <p:cond delay="0"/>
                                          </p:stCondLst>
                                        </p:cTn>
                                        <p:tgtEl>
                                          <p:spTgt spid="5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1f1f1"/>
        </a:solidFill>
      </p:bgPr>
    </p:bg>
    <p:spTree>
      <p:nvGrpSpPr>
        <p:cNvPr id="1" name=""/>
        <p:cNvGrpSpPr/>
        <p:nvPr/>
      </p:nvGrpSpPr>
      <p:grpSpPr>
        <a:xfrm>
          <a:off x="0" y="0"/>
          <a:ext cx="0" cy="0"/>
          <a:chOff x="0" y="0"/>
          <a:chExt cx="0" cy="0"/>
        </a:xfrm>
      </p:grpSpPr>
      <p:grpSp>
        <p:nvGrpSpPr>
          <p:cNvPr id="568" name="Group 1"/>
          <p:cNvGrpSpPr/>
          <p:nvPr/>
        </p:nvGrpSpPr>
        <p:grpSpPr>
          <a:xfrm>
            <a:off x="1028880" y="-439560"/>
            <a:ext cx="4551840" cy="11024280"/>
            <a:chOff x="1028880" y="-439560"/>
            <a:chExt cx="4551840" cy="11024280"/>
          </a:xfrm>
        </p:grpSpPr>
        <p:sp>
          <p:nvSpPr>
            <p:cNvPr id="569" name="CustomShape 2"/>
            <p:cNvSpPr/>
            <p:nvPr/>
          </p:nvSpPr>
          <p:spPr>
            <a:xfrm>
              <a:off x="1028880" y="-294840"/>
              <a:ext cx="4551840" cy="10879560"/>
            </a:xfrm>
            <a:custGeom>
              <a:avLst/>
              <a:gdLst/>
              <a:ahLst/>
              <a:rect l="l" t="t" r="r" b="b"/>
              <a:pathLst>
                <a:path w="1198892" h="2865496">
                  <a:moveTo>
                    <a:pt x="85038" y="0"/>
                  </a:moveTo>
                  <a:lnTo>
                    <a:pt x="1113855" y="0"/>
                  </a:lnTo>
                  <a:cubicBezTo>
                    <a:pt x="1136408" y="0"/>
                    <a:pt x="1158038" y="8959"/>
                    <a:pt x="1173985" y="24907"/>
                  </a:cubicBezTo>
                  <a:cubicBezTo>
                    <a:pt x="1189933" y="40855"/>
                    <a:pt x="1198892" y="62484"/>
                    <a:pt x="1198892" y="85038"/>
                  </a:cubicBezTo>
                  <a:lnTo>
                    <a:pt x="1198892" y="2780458"/>
                  </a:lnTo>
                  <a:cubicBezTo>
                    <a:pt x="1198892" y="2803011"/>
                    <a:pt x="1189933" y="2824641"/>
                    <a:pt x="1173985" y="2840589"/>
                  </a:cubicBezTo>
                  <a:cubicBezTo>
                    <a:pt x="1158038" y="2856536"/>
                    <a:pt x="1136408" y="2865496"/>
                    <a:pt x="1113855" y="2865496"/>
                  </a:cubicBezTo>
                  <a:lnTo>
                    <a:pt x="85038" y="2865496"/>
                  </a:lnTo>
                  <a:cubicBezTo>
                    <a:pt x="62484" y="2865496"/>
                    <a:pt x="40855" y="2856536"/>
                    <a:pt x="24907" y="2840589"/>
                  </a:cubicBezTo>
                  <a:cubicBezTo>
                    <a:pt x="8959" y="2824641"/>
                    <a:pt x="0" y="2803011"/>
                    <a:pt x="0" y="2780458"/>
                  </a:cubicBezTo>
                  <a:lnTo>
                    <a:pt x="0" y="85038"/>
                  </a:lnTo>
                  <a:cubicBezTo>
                    <a:pt x="0" y="62484"/>
                    <a:pt x="8959" y="40855"/>
                    <a:pt x="24907" y="24907"/>
                  </a:cubicBezTo>
                  <a:cubicBezTo>
                    <a:pt x="40855" y="8959"/>
                    <a:pt x="62484" y="0"/>
                    <a:pt x="85038" y="0"/>
                  </a:cubicBezTo>
                  <a:close/>
                </a:path>
              </a:pathLst>
            </a:custGeom>
            <a:solidFill>
              <a:srgbClr val="146a82"/>
            </a:solidFill>
            <a:ln w="0">
              <a:noFill/>
            </a:ln>
          </p:spPr>
          <p:style>
            <a:lnRef idx="0"/>
            <a:fillRef idx="0"/>
            <a:effectRef idx="0"/>
            <a:fontRef idx="minor"/>
          </p:style>
        </p:sp>
        <p:sp>
          <p:nvSpPr>
            <p:cNvPr id="570" name="CustomShape 3"/>
            <p:cNvSpPr/>
            <p:nvPr/>
          </p:nvSpPr>
          <p:spPr>
            <a:xfrm>
              <a:off x="1028880" y="-439560"/>
              <a:ext cx="4551840" cy="11024280"/>
            </a:xfrm>
            <a:prstGeom prst="rect">
              <a:avLst/>
            </a:prstGeom>
            <a:noFill/>
            <a:ln w="0">
              <a:noFill/>
            </a:ln>
          </p:spPr>
          <p:style>
            <a:lnRef idx="0"/>
            <a:fillRef idx="0"/>
            <a:effectRef idx="0"/>
            <a:fontRef idx="minor"/>
          </p:style>
        </p:sp>
      </p:grpSp>
      <p:sp>
        <p:nvSpPr>
          <p:cNvPr id="571" name="CustomShape 4"/>
          <p:cNvSpPr/>
          <p:nvPr/>
        </p:nvSpPr>
        <p:spPr>
          <a:xfrm rot="16200000">
            <a:off x="-982800" y="4508640"/>
            <a:ext cx="8229240" cy="1270080"/>
          </a:xfrm>
          <a:prstGeom prst="rect">
            <a:avLst/>
          </a:prstGeom>
          <a:noFill/>
          <a:ln w="0">
            <a:noFill/>
          </a:ln>
        </p:spPr>
        <p:style>
          <a:lnRef idx="0"/>
          <a:fillRef idx="0"/>
          <a:effectRef idx="0"/>
          <a:fontRef idx="minor"/>
        </p:style>
        <p:txBody>
          <a:bodyPr lIns="0" rIns="0" tIns="0" bIns="0">
            <a:spAutoFit/>
          </a:bodyPr>
          <a:p>
            <a:pPr algn="ctr">
              <a:lnSpc>
                <a:spcPts val="9998"/>
              </a:lnSpc>
            </a:pPr>
            <a:r>
              <a:rPr b="0" lang="en-US" sz="10000" spc="-1" strike="noStrike">
                <a:solidFill>
                  <a:srgbClr val="ffffff"/>
                </a:solidFill>
                <a:latin typeface="Do Hyeon"/>
                <a:ea typeface="Do Hyeon"/>
              </a:rPr>
              <a:t>Future Work</a:t>
            </a:r>
            <a:endParaRPr b="0" lang="de-DE" sz="10000" spc="-1" strike="noStrike">
              <a:latin typeface="Arial"/>
            </a:endParaRPr>
          </a:p>
        </p:txBody>
      </p:sp>
      <p:grpSp>
        <p:nvGrpSpPr>
          <p:cNvPr id="572" name="Group 5"/>
          <p:cNvGrpSpPr/>
          <p:nvPr/>
        </p:nvGrpSpPr>
        <p:grpSpPr>
          <a:xfrm>
            <a:off x="4788720" y="1687680"/>
            <a:ext cx="12470040" cy="1583640"/>
            <a:chOff x="4788720" y="1687680"/>
            <a:chExt cx="12470040" cy="1583640"/>
          </a:xfrm>
        </p:grpSpPr>
        <p:sp>
          <p:nvSpPr>
            <p:cNvPr id="573" name="CustomShape 6"/>
            <p:cNvSpPr/>
            <p:nvPr/>
          </p:nvSpPr>
          <p:spPr>
            <a:xfrm>
              <a:off x="6781680" y="2208240"/>
              <a:ext cx="10477080" cy="548280"/>
            </a:xfrm>
            <a:prstGeom prst="rect">
              <a:avLst/>
            </a:prstGeom>
            <a:noFill/>
            <a:ln w="0">
              <a:noFill/>
            </a:ln>
          </p:spPr>
          <p:style>
            <a:lnRef idx="0"/>
            <a:fillRef idx="0"/>
            <a:effectRef idx="0"/>
            <a:fontRef idx="minor"/>
          </p:style>
          <p:txBody>
            <a:bodyPr lIns="0" rIns="0" tIns="0" bIns="0">
              <a:spAutoFit/>
            </a:bodyPr>
            <a:p>
              <a:pPr>
                <a:lnSpc>
                  <a:spcPts val="4320"/>
                </a:lnSpc>
              </a:pPr>
              <a:r>
                <a:rPr b="0" lang="en-US" sz="3600" spc="-1" strike="noStrike">
                  <a:solidFill>
                    <a:srgbClr val="146a82"/>
                  </a:solidFill>
                  <a:latin typeface="Rosario Bold"/>
                  <a:ea typeface="Rosario Bold"/>
                </a:rPr>
                <a:t>Individually Customizable Interventions</a:t>
              </a:r>
              <a:endParaRPr b="0" lang="de-DE" sz="3600" spc="-1" strike="noStrike">
                <a:latin typeface="Arial"/>
              </a:endParaRPr>
            </a:p>
          </p:txBody>
        </p:sp>
        <p:grpSp>
          <p:nvGrpSpPr>
            <p:cNvPr id="574" name="Group 7"/>
            <p:cNvGrpSpPr/>
            <p:nvPr/>
          </p:nvGrpSpPr>
          <p:grpSpPr>
            <a:xfrm>
              <a:off x="4788720" y="1687680"/>
              <a:ext cx="1583640" cy="1583640"/>
              <a:chOff x="4788720" y="1687680"/>
              <a:chExt cx="1583640" cy="1583640"/>
            </a:xfrm>
          </p:grpSpPr>
          <p:grpSp>
            <p:nvGrpSpPr>
              <p:cNvPr id="575" name="Group 8"/>
              <p:cNvGrpSpPr/>
              <p:nvPr/>
            </p:nvGrpSpPr>
            <p:grpSpPr>
              <a:xfrm>
                <a:off x="4788720" y="1687680"/>
                <a:ext cx="1583640" cy="1583640"/>
                <a:chOff x="4788720" y="1687680"/>
                <a:chExt cx="1583640" cy="1583640"/>
              </a:xfrm>
            </p:grpSpPr>
            <p:sp>
              <p:nvSpPr>
                <p:cNvPr id="576" name="CustomShape 9"/>
                <p:cNvSpPr/>
                <p:nvPr/>
              </p:nvSpPr>
              <p:spPr>
                <a:xfrm>
                  <a:off x="4788720" y="168768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577" name="CustomShape 10"/>
                <p:cNvSpPr/>
                <p:nvPr/>
              </p:nvSpPr>
              <p:spPr>
                <a:xfrm>
                  <a:off x="4937040" y="1743480"/>
                  <a:ext cx="1286640" cy="1379520"/>
                </a:xfrm>
                <a:prstGeom prst="rect">
                  <a:avLst/>
                </a:prstGeom>
                <a:noFill/>
                <a:ln w="0">
                  <a:noFill/>
                </a:ln>
              </p:spPr>
              <p:style>
                <a:lnRef idx="0"/>
                <a:fillRef idx="0"/>
                <a:effectRef idx="0"/>
                <a:fontRef idx="minor"/>
              </p:style>
            </p:sp>
          </p:grpSp>
          <p:sp>
            <p:nvSpPr>
              <p:cNvPr id="578" name="CustomShape 11"/>
              <p:cNvSpPr/>
              <p:nvPr/>
            </p:nvSpPr>
            <p:spPr>
              <a:xfrm>
                <a:off x="5298480" y="19479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01</a:t>
                </a:r>
                <a:endParaRPr b="0" lang="de-DE" sz="5000" spc="-1" strike="noStrike">
                  <a:latin typeface="Arial"/>
                </a:endParaRPr>
              </a:p>
            </p:txBody>
          </p:sp>
        </p:grpSp>
      </p:grpSp>
      <p:grpSp>
        <p:nvGrpSpPr>
          <p:cNvPr id="579" name="Group 12"/>
          <p:cNvGrpSpPr/>
          <p:nvPr/>
        </p:nvGrpSpPr>
        <p:grpSpPr>
          <a:xfrm>
            <a:off x="4788720" y="4272120"/>
            <a:ext cx="12470040" cy="1583640"/>
            <a:chOff x="4788720" y="4272120"/>
            <a:chExt cx="12470040" cy="1583640"/>
          </a:xfrm>
        </p:grpSpPr>
        <p:grpSp>
          <p:nvGrpSpPr>
            <p:cNvPr id="580" name="Group 13"/>
            <p:cNvGrpSpPr/>
            <p:nvPr/>
          </p:nvGrpSpPr>
          <p:grpSpPr>
            <a:xfrm>
              <a:off x="4788720" y="4272120"/>
              <a:ext cx="12470040" cy="1583640"/>
              <a:chOff x="4788720" y="4272120"/>
              <a:chExt cx="12470040" cy="1583640"/>
            </a:xfrm>
          </p:grpSpPr>
          <p:sp>
            <p:nvSpPr>
              <p:cNvPr id="581" name="CustomShape 14"/>
              <p:cNvSpPr/>
              <p:nvPr/>
            </p:nvSpPr>
            <p:spPr>
              <a:xfrm>
                <a:off x="6781680" y="4559040"/>
                <a:ext cx="10477080" cy="1129320"/>
              </a:xfrm>
              <a:prstGeom prst="rect">
                <a:avLst/>
              </a:prstGeom>
              <a:noFill/>
              <a:ln w="0">
                <a:noFill/>
              </a:ln>
            </p:spPr>
            <p:style>
              <a:lnRef idx="0"/>
              <a:fillRef idx="0"/>
              <a:effectRef idx="0"/>
              <a:fontRef idx="minor"/>
            </p:style>
            <p:txBody>
              <a:bodyPr lIns="0" rIns="0" tIns="0" bIns="0">
                <a:spAutoFit/>
              </a:bodyPr>
              <a:p>
                <a:pPr>
                  <a:lnSpc>
                    <a:spcPts val="3719"/>
                  </a:lnSpc>
                  <a:spcBef>
                    <a:spcPts val="425"/>
                  </a:spcBef>
                  <a:spcAft>
                    <a:spcPts val="425"/>
                  </a:spcAft>
                </a:pPr>
                <a:r>
                  <a:rPr b="0" lang="en-US" sz="3100" spc="-1" strike="noStrike">
                    <a:solidFill>
                      <a:srgbClr val="146a82"/>
                    </a:solidFill>
                    <a:latin typeface="Rosario Bold"/>
                    <a:ea typeface="Rosario Bold"/>
                  </a:rPr>
                  <a:t>Phubbing depends on Context of the Conversation</a:t>
                </a:r>
                <a:endParaRPr b="0" lang="de-DE" sz="3100" spc="-1" strike="noStrike">
                  <a:latin typeface="Arial"/>
                  <a:ea typeface="Microsoft YaHei"/>
                </a:endParaRPr>
              </a:p>
              <a:p>
                <a:pPr>
                  <a:lnSpc>
                    <a:spcPts val="4320"/>
                  </a:lnSpc>
                  <a:spcBef>
                    <a:spcPts val="425"/>
                  </a:spcBef>
                  <a:spcAft>
                    <a:spcPts val="425"/>
                  </a:spcAft>
                </a:pPr>
                <a:r>
                  <a:rPr b="0" lang="en-US" sz="3600" spc="-1" strike="noStrike">
                    <a:solidFill>
                      <a:srgbClr val="146a82"/>
                    </a:solidFill>
                    <a:latin typeface="Rosario Bold"/>
                    <a:ea typeface="Rosario Bold"/>
                  </a:rPr>
                  <a:t>→ </a:t>
                </a:r>
                <a:r>
                  <a:rPr b="0" lang="en-US" sz="3600" spc="-1" strike="noStrike">
                    <a:solidFill>
                      <a:srgbClr val="146a82"/>
                    </a:solidFill>
                    <a:latin typeface="Rosario Bold"/>
                    <a:ea typeface="Rosario Bold"/>
                  </a:rPr>
                  <a:t>Optimization of the Phubbing Detection</a:t>
                </a:r>
                <a:endParaRPr b="0" lang="de-DE" sz="3600" spc="-1" strike="noStrike">
                  <a:latin typeface="Arial"/>
                  <a:ea typeface="Microsoft YaHei"/>
                </a:endParaRPr>
              </a:p>
            </p:txBody>
          </p:sp>
          <p:grpSp>
            <p:nvGrpSpPr>
              <p:cNvPr id="582" name="Group 15"/>
              <p:cNvGrpSpPr/>
              <p:nvPr/>
            </p:nvGrpSpPr>
            <p:grpSpPr>
              <a:xfrm>
                <a:off x="4788720" y="4272120"/>
                <a:ext cx="1583640" cy="1583640"/>
                <a:chOff x="4788720" y="4272120"/>
                <a:chExt cx="1583640" cy="1583640"/>
              </a:xfrm>
            </p:grpSpPr>
            <p:sp>
              <p:nvSpPr>
                <p:cNvPr id="583" name="CustomShape 16"/>
                <p:cNvSpPr/>
                <p:nvPr/>
              </p:nvSpPr>
              <p:spPr>
                <a:xfrm>
                  <a:off x="4788720" y="4272120"/>
                  <a:ext cx="1583640" cy="1583640"/>
                </a:xfrm>
                <a:custGeom>
                  <a:avLst/>
                  <a:gdLst/>
                  <a:ah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7c5bd"/>
                </a:solidFill>
                <a:ln cap="sq" w="76200">
                  <a:solidFill>
                    <a:srgbClr val="146a82"/>
                  </a:solidFill>
                  <a:miter/>
                </a:ln>
              </p:spPr>
              <p:style>
                <a:lnRef idx="0"/>
                <a:fillRef idx="0"/>
                <a:effectRef idx="0"/>
                <a:fontRef idx="minor"/>
              </p:style>
            </p:sp>
            <p:sp>
              <p:nvSpPr>
                <p:cNvPr id="584" name="CustomShape 17"/>
                <p:cNvSpPr/>
                <p:nvPr/>
              </p:nvSpPr>
              <p:spPr>
                <a:xfrm>
                  <a:off x="4937040" y="4327560"/>
                  <a:ext cx="1286640" cy="1379520"/>
                </a:xfrm>
                <a:prstGeom prst="rect">
                  <a:avLst/>
                </a:prstGeom>
                <a:noFill/>
                <a:ln w="0">
                  <a:noFill/>
                </a:ln>
              </p:spPr>
              <p:style>
                <a:lnRef idx="0"/>
                <a:fillRef idx="0"/>
                <a:effectRef idx="0"/>
                <a:fontRef idx="minor"/>
              </p:style>
            </p:sp>
          </p:grpSp>
        </p:grpSp>
        <p:sp>
          <p:nvSpPr>
            <p:cNvPr id="585" name="CustomShape 18"/>
            <p:cNvSpPr/>
            <p:nvPr/>
          </p:nvSpPr>
          <p:spPr>
            <a:xfrm>
              <a:off x="5270040" y="4475160"/>
              <a:ext cx="961920" cy="889200"/>
            </a:xfrm>
            <a:prstGeom prst="rect">
              <a:avLst/>
            </a:prstGeom>
            <a:noFill/>
            <a:ln w="0">
              <a:noFill/>
            </a:ln>
          </p:spPr>
          <p:style>
            <a:lnRef idx="0"/>
            <a:fillRef idx="0"/>
            <a:effectRef idx="0"/>
            <a:fontRef idx="minor"/>
          </p:style>
          <p:txBody>
            <a:bodyPr lIns="0" rIns="0" tIns="0" bIns="0">
              <a:spAutoFit/>
            </a:bodyPr>
            <a:p>
              <a:pPr>
                <a:lnSpc>
                  <a:spcPts val="6999"/>
                </a:lnSpc>
              </a:pPr>
              <a:r>
                <a:rPr b="0" lang="en-US" sz="5000" spc="-1" strike="noStrike">
                  <a:solidFill>
                    <a:srgbClr val="146a82"/>
                  </a:solidFill>
                  <a:latin typeface="Do Hyeon"/>
                  <a:ea typeface="Do Hyeon"/>
                </a:rPr>
                <a:t>02</a:t>
              </a:r>
              <a:endParaRPr b="0" lang="de-DE" sz="5000" spc="-1" strike="noStrike">
                <a:latin typeface="Arial"/>
              </a:endParaRPr>
            </a:p>
          </p:txBody>
        </p:sp>
      </p:grpSp>
    </p:spTree>
  </p:cSld>
  <mc:AlternateContent>
    <mc:Choice Requires="p14">
      <p:transition spd="slow" p14:dur="2000"/>
    </mc:Choice>
    <mc:Fallback>
      <p:transition spd="slow"/>
    </mc:Fallback>
  </mc:AlternateContent>
  <p:timing>
    <p:tnLst>
      <p:par>
        <p:cTn id="111" dur="indefinite" restart="never" nodeType="tmRoot">
          <p:childTnLst>
            <p:seq>
              <p:cTn id="112" dur="indefinite" nodeType="mainSeq">
                <p:childTnLst>
                  <p:par>
                    <p:cTn id="113" fill="hold">
                      <p:stCondLst>
                        <p:cond delay="indefinite"/>
                      </p:stCondLst>
                      <p:childTnLst>
                        <p:par>
                          <p:cTn id="114" fill="hold">
                            <p:stCondLst>
                              <p:cond delay="0"/>
                            </p:stCondLst>
                            <p:childTnLst>
                              <p:par>
                                <p:cTn id="115" nodeType="clickEffect" fill="hold" presetClass="entr" presetID="1">
                                  <p:stCondLst>
                                    <p:cond delay="0"/>
                                  </p:stCondLst>
                                  <p:childTnLst>
                                    <p:set>
                                      <p:cBhvr>
                                        <p:cTn id="116" dur="1" fill="hold">
                                          <p:stCondLst>
                                            <p:cond delay="0"/>
                                          </p:stCondLst>
                                        </p:cTn>
                                        <p:tgtEl>
                                          <p:spTgt spid="57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nodeType="clickEffect" fill="hold" presetClass="entr" presetID="1">
                                  <p:stCondLst>
                                    <p:cond delay="0"/>
                                  </p:stCondLst>
                                  <p:childTnLst>
                                    <p:set>
                                      <p:cBhvr>
                                        <p:cTn id="120" dur="1" fill="hold">
                                          <p:stCondLst>
                                            <p:cond delay="0"/>
                                          </p:stCondLst>
                                        </p:cTn>
                                        <p:tgtEl>
                                          <p:spTgt spid="5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CustomShape 1"/>
          <p:cNvSpPr/>
          <p:nvPr/>
        </p:nvSpPr>
        <p:spPr>
          <a:xfrm>
            <a:off x="1028880" y="438120"/>
            <a:ext cx="10973520" cy="2489400"/>
          </a:xfrm>
          <a:prstGeom prst="rect">
            <a:avLst/>
          </a:prstGeom>
          <a:noFill/>
          <a:ln w="0">
            <a:noFill/>
          </a:ln>
        </p:spPr>
        <p:style>
          <a:lnRef idx="0"/>
          <a:fillRef idx="0"/>
          <a:effectRef idx="0"/>
          <a:fontRef idx="minor"/>
        </p:style>
        <p:txBody>
          <a:bodyPr lIns="0" rIns="0" tIns="0" bIns="0">
            <a:spAutoFit/>
          </a:bodyPr>
          <a:p>
            <a:pPr>
              <a:lnSpc>
                <a:spcPts val="19599"/>
              </a:lnSpc>
            </a:pPr>
            <a:r>
              <a:rPr b="0" lang="en-US" sz="14000" spc="-1" strike="noStrike">
                <a:solidFill>
                  <a:srgbClr val="146a82"/>
                </a:solidFill>
                <a:latin typeface="Do Hyeon"/>
                <a:ea typeface="Do Hyeon"/>
              </a:rPr>
              <a:t>Conclusion</a:t>
            </a:r>
            <a:endParaRPr b="0" lang="de-DE" sz="14000" spc="-1" strike="noStrike">
              <a:latin typeface="Arial"/>
            </a:endParaRPr>
          </a:p>
        </p:txBody>
      </p:sp>
      <p:grpSp>
        <p:nvGrpSpPr>
          <p:cNvPr id="587" name="Group 2"/>
          <p:cNvGrpSpPr/>
          <p:nvPr/>
        </p:nvGrpSpPr>
        <p:grpSpPr>
          <a:xfrm>
            <a:off x="4139640" y="3422520"/>
            <a:ext cx="15726240" cy="8517960"/>
            <a:chOff x="4139640" y="3422520"/>
            <a:chExt cx="15726240" cy="8517960"/>
          </a:xfrm>
        </p:grpSpPr>
        <p:sp>
          <p:nvSpPr>
            <p:cNvPr id="588" name="CustomShape 3"/>
            <p:cNvSpPr/>
            <p:nvPr/>
          </p:nvSpPr>
          <p:spPr>
            <a:xfrm>
              <a:off x="4139640" y="3612240"/>
              <a:ext cx="15726240" cy="8328240"/>
            </a:xfrm>
            <a:custGeom>
              <a:avLst/>
              <a:gdLst/>
              <a:ahLst/>
              <a:rect l="l" t="t" r="r" b="b"/>
              <a:pathLst>
                <a:path w="3158019" h="1672468">
                  <a:moveTo>
                    <a:pt x="49229" y="0"/>
                  </a:moveTo>
                  <a:lnTo>
                    <a:pt x="3108791" y="0"/>
                  </a:lnTo>
                  <a:cubicBezTo>
                    <a:pt x="3121847" y="0"/>
                    <a:pt x="3134369" y="5187"/>
                    <a:pt x="3143601" y="14419"/>
                  </a:cubicBezTo>
                  <a:cubicBezTo>
                    <a:pt x="3152833" y="23651"/>
                    <a:pt x="3158019" y="36172"/>
                    <a:pt x="3158019" y="49229"/>
                  </a:cubicBezTo>
                  <a:lnTo>
                    <a:pt x="3158019" y="1623239"/>
                  </a:lnTo>
                  <a:cubicBezTo>
                    <a:pt x="3158019" y="1636295"/>
                    <a:pt x="3152833" y="1648817"/>
                    <a:pt x="3143601" y="1658049"/>
                  </a:cubicBezTo>
                  <a:cubicBezTo>
                    <a:pt x="3134369" y="1667281"/>
                    <a:pt x="3121847" y="1672468"/>
                    <a:pt x="3108791" y="1672468"/>
                  </a:cubicBezTo>
                  <a:lnTo>
                    <a:pt x="49229" y="1672468"/>
                  </a:lnTo>
                  <a:cubicBezTo>
                    <a:pt x="36172" y="1672468"/>
                    <a:pt x="23651" y="1667281"/>
                    <a:pt x="14419" y="1658049"/>
                  </a:cubicBezTo>
                  <a:cubicBezTo>
                    <a:pt x="5187" y="1648817"/>
                    <a:pt x="0" y="1636295"/>
                    <a:pt x="0" y="1623239"/>
                  </a:cubicBezTo>
                  <a:lnTo>
                    <a:pt x="0" y="49229"/>
                  </a:lnTo>
                  <a:cubicBezTo>
                    <a:pt x="0" y="36172"/>
                    <a:pt x="5187" y="23651"/>
                    <a:pt x="14419" y="14419"/>
                  </a:cubicBezTo>
                  <a:cubicBezTo>
                    <a:pt x="23651" y="5187"/>
                    <a:pt x="36172" y="0"/>
                    <a:pt x="49229" y="0"/>
                  </a:cubicBezTo>
                  <a:close/>
                </a:path>
              </a:pathLst>
            </a:custGeom>
            <a:solidFill>
              <a:srgbClr val="146a82"/>
            </a:solidFill>
            <a:ln cap="rnd" w="47625">
              <a:solidFill>
                <a:srgbClr val="177e9b"/>
              </a:solidFill>
              <a:round/>
            </a:ln>
          </p:spPr>
          <p:style>
            <a:lnRef idx="0"/>
            <a:fillRef idx="0"/>
            <a:effectRef idx="0"/>
            <a:fontRef idx="minor"/>
          </p:style>
        </p:sp>
        <p:sp>
          <p:nvSpPr>
            <p:cNvPr id="589" name="CustomShape 4"/>
            <p:cNvSpPr/>
            <p:nvPr/>
          </p:nvSpPr>
          <p:spPr>
            <a:xfrm>
              <a:off x="4139640" y="3422520"/>
              <a:ext cx="15726240" cy="8517960"/>
            </a:xfrm>
            <a:prstGeom prst="rect">
              <a:avLst/>
            </a:prstGeom>
            <a:noFill/>
            <a:ln w="0">
              <a:noFill/>
            </a:ln>
          </p:spPr>
          <p:style>
            <a:lnRef idx="0"/>
            <a:fillRef idx="0"/>
            <a:effectRef idx="0"/>
            <a:fontRef idx="minor"/>
          </p:style>
        </p:sp>
      </p:grpSp>
      <p:sp>
        <p:nvSpPr>
          <p:cNvPr id="590" name="CustomShape 5"/>
          <p:cNvSpPr/>
          <p:nvPr/>
        </p:nvSpPr>
        <p:spPr>
          <a:xfrm>
            <a:off x="5452200" y="4575240"/>
            <a:ext cx="11806920" cy="4720680"/>
          </a:xfrm>
          <a:prstGeom prst="rect">
            <a:avLst/>
          </a:prstGeom>
          <a:noFill/>
          <a:ln w="0">
            <a:noFill/>
          </a:ln>
        </p:spPr>
        <p:style>
          <a:lnRef idx="0"/>
          <a:fillRef idx="0"/>
          <a:effectRef idx="0"/>
          <a:fontRef idx="minor"/>
        </p:style>
        <p:txBody>
          <a:bodyPr lIns="0" rIns="0" tIns="0" bIns="0">
            <a:spAutoFit/>
          </a:bodyPr>
          <a:p>
            <a:pPr algn="just">
              <a:lnSpc>
                <a:spcPts val="5250"/>
              </a:lnSpc>
            </a:pPr>
            <a:r>
              <a:rPr b="1" lang="en-US" sz="3500" spc="-1" strike="noStrike">
                <a:solidFill>
                  <a:srgbClr val="f1f1f1"/>
                </a:solidFill>
                <a:latin typeface="Rosario"/>
                <a:ea typeface="Rosario"/>
              </a:rPr>
              <a:t>Study results show that...</a:t>
            </a:r>
            <a:endParaRPr b="0" lang="de-DE" sz="3500" spc="-1" strike="noStrike">
              <a:latin typeface="Arial"/>
            </a:endParaRPr>
          </a:p>
          <a:p>
            <a:pPr algn="just">
              <a:lnSpc>
                <a:spcPts val="5250"/>
              </a:lnSpc>
            </a:pPr>
            <a:r>
              <a:rPr b="1" lang="en-US" sz="3500" spc="-1" strike="noStrike">
                <a:solidFill>
                  <a:srgbClr val="f1f1f1"/>
                </a:solidFill>
                <a:latin typeface="Rosario"/>
                <a:ea typeface="Rosario"/>
              </a:rPr>
              <a:t>→ </a:t>
            </a:r>
            <a:r>
              <a:rPr b="1" lang="en-US" sz="3500" spc="-1" strike="noStrike">
                <a:solidFill>
                  <a:srgbClr val="f1f1f1"/>
                </a:solidFill>
                <a:latin typeface="Rosario"/>
                <a:ea typeface="Rosario"/>
              </a:rPr>
              <a:t>the Interventions increase Awareness of Phubbing behavior</a:t>
            </a:r>
            <a:endParaRPr b="0" lang="de-DE" sz="3500" spc="-1" strike="noStrike">
              <a:latin typeface="Arial"/>
            </a:endParaRPr>
          </a:p>
          <a:p>
            <a:pPr algn="just">
              <a:lnSpc>
                <a:spcPts val="5250"/>
              </a:lnSpc>
            </a:pPr>
            <a:r>
              <a:rPr b="1" lang="en-US" sz="3500" spc="-1" strike="noStrike">
                <a:solidFill>
                  <a:srgbClr val="f1f1f1"/>
                </a:solidFill>
                <a:latin typeface="Rosario"/>
                <a:ea typeface="Rosario"/>
              </a:rPr>
              <a:t>→ </a:t>
            </a:r>
            <a:r>
              <a:rPr b="1" lang="en-US" sz="3500" spc="-1" strike="noStrike">
                <a:solidFill>
                  <a:srgbClr val="f1f1f1"/>
                </a:solidFill>
                <a:latin typeface="Rosario"/>
                <a:ea typeface="Rosario"/>
              </a:rPr>
              <a:t>the Interventions reduce frequency of Phubbing moments</a:t>
            </a:r>
            <a:endParaRPr b="0" lang="de-DE" sz="3500" spc="-1" strike="noStrike">
              <a:latin typeface="Arial"/>
            </a:endParaRPr>
          </a:p>
          <a:p>
            <a:pPr algn="just">
              <a:lnSpc>
                <a:spcPts val="5250"/>
              </a:lnSpc>
            </a:pPr>
            <a:r>
              <a:rPr b="1" lang="en-US" sz="3500" spc="-1" strike="noStrike">
                <a:solidFill>
                  <a:srgbClr val="f1f1f1"/>
                </a:solidFill>
                <a:latin typeface="Rosario"/>
                <a:ea typeface="Rosario"/>
              </a:rPr>
              <a:t>→ </a:t>
            </a:r>
            <a:r>
              <a:rPr b="1" lang="en-US" sz="3500" spc="-1" strike="noStrike">
                <a:solidFill>
                  <a:srgbClr val="f1f1f1"/>
                </a:solidFill>
                <a:latin typeface="Rosario"/>
                <a:ea typeface="Rosario"/>
              </a:rPr>
              <a:t>Measures against Phubbing are necessary</a:t>
            </a:r>
            <a:endParaRPr b="0" lang="de-DE" sz="3500" spc="-1" strike="noStrike">
              <a:latin typeface="Arial"/>
            </a:endParaRPr>
          </a:p>
          <a:p>
            <a:pPr algn="just">
              <a:lnSpc>
                <a:spcPts val="5250"/>
              </a:lnSpc>
            </a:pPr>
            <a:endParaRPr b="0" lang="de-DE" sz="3500" spc="-1" strike="noStrike">
              <a:latin typeface="Arial"/>
            </a:endParaRPr>
          </a:p>
          <a:p>
            <a:pPr>
              <a:lnSpc>
                <a:spcPts val="5250"/>
              </a:lnSpc>
              <a:spcBef>
                <a:spcPts val="425"/>
              </a:spcBef>
            </a:pPr>
            <a:r>
              <a:rPr b="0" lang="en-US" sz="3500" spc="-1" strike="noStrike">
                <a:solidFill>
                  <a:srgbClr val="f1f1f1"/>
                </a:solidFill>
                <a:latin typeface="Rosario Italics"/>
                <a:ea typeface="Rosario Italics"/>
              </a:rPr>
              <a:t>I think that Phubbing can be effectively reduced through individually adaptable, context-dependent interventions.</a:t>
            </a:r>
            <a:endParaRPr b="0" lang="de-DE" sz="3500" spc="-1" strike="noStrike">
              <a:latin typeface="Arial"/>
            </a:endParaRPr>
          </a:p>
        </p:txBody>
      </p:sp>
      <p:sp>
        <p:nvSpPr>
          <p:cNvPr id="591" name="Line 6"/>
          <p:cNvSpPr/>
          <p:nvPr/>
        </p:nvSpPr>
        <p:spPr>
          <a:xfrm>
            <a:off x="10330200" y="2074680"/>
            <a:ext cx="6928920" cy="19080"/>
          </a:xfrm>
          <a:prstGeom prst="line">
            <a:avLst/>
          </a:prstGeom>
          <a:ln w="38100">
            <a:solidFill>
              <a:srgbClr val="177e9b">
                <a:alpha val="75000"/>
              </a:srgbClr>
            </a:solidFill>
            <a:round/>
            <a:headEnd len="lg" type="diamond" w="lg"/>
            <a:tailEnd len="lg" type="diamond" w="lg"/>
          </a:ln>
        </p:spPr>
        <p:style>
          <a:lnRef idx="0"/>
          <a:fillRef idx="0"/>
          <a:effectRef idx="0"/>
          <a:fontRef idx="minor"/>
        </p:style>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46a82"/>
        </a:solidFill>
      </p:bgPr>
    </p:bg>
    <p:spTree>
      <p:nvGrpSpPr>
        <p:cNvPr id="1" name=""/>
        <p:cNvGrpSpPr/>
        <p:nvPr/>
      </p:nvGrpSpPr>
      <p:grpSpPr>
        <a:xfrm>
          <a:off x="0" y="0"/>
          <a:ext cx="0" cy="0"/>
          <a:chOff x="0" y="0"/>
          <a:chExt cx="0" cy="0"/>
        </a:xfrm>
      </p:grpSpPr>
      <p:grpSp>
        <p:nvGrpSpPr>
          <p:cNvPr id="592" name="Group 1"/>
          <p:cNvGrpSpPr/>
          <p:nvPr/>
        </p:nvGrpSpPr>
        <p:grpSpPr>
          <a:xfrm>
            <a:off x="-1666440" y="2848320"/>
            <a:ext cx="21620880" cy="2094480"/>
            <a:chOff x="-1666440" y="2848320"/>
            <a:chExt cx="21620880" cy="2094480"/>
          </a:xfrm>
        </p:grpSpPr>
        <p:sp>
          <p:nvSpPr>
            <p:cNvPr id="593" name="CustomShape 2"/>
            <p:cNvSpPr/>
            <p:nvPr/>
          </p:nvSpPr>
          <p:spPr>
            <a:xfrm>
              <a:off x="-1666440" y="3038040"/>
              <a:ext cx="21620880" cy="1904760"/>
            </a:xfrm>
            <a:custGeom>
              <a:avLst/>
              <a:gdLst/>
              <a:ahLst/>
              <a:rect l="l" t="t" r="r" b="b"/>
              <a:pathLst>
                <a:path w="4341742" h="382547">
                  <a:moveTo>
                    <a:pt x="35807" y="0"/>
                  </a:moveTo>
                  <a:lnTo>
                    <a:pt x="4305935" y="0"/>
                  </a:lnTo>
                  <a:cubicBezTo>
                    <a:pt x="4325711" y="0"/>
                    <a:pt x="4341742" y="16031"/>
                    <a:pt x="4341742" y="35807"/>
                  </a:cubicBezTo>
                  <a:lnTo>
                    <a:pt x="4341742" y="346740"/>
                  </a:lnTo>
                  <a:cubicBezTo>
                    <a:pt x="4341742" y="366516"/>
                    <a:pt x="4325711" y="382547"/>
                    <a:pt x="4305935" y="382547"/>
                  </a:cubicBezTo>
                  <a:lnTo>
                    <a:pt x="35807" y="382547"/>
                  </a:lnTo>
                  <a:cubicBezTo>
                    <a:pt x="16031" y="382547"/>
                    <a:pt x="0" y="366516"/>
                    <a:pt x="0" y="346740"/>
                  </a:cubicBezTo>
                  <a:lnTo>
                    <a:pt x="0" y="35807"/>
                  </a:lnTo>
                  <a:cubicBezTo>
                    <a:pt x="0" y="16031"/>
                    <a:pt x="16031" y="0"/>
                    <a:pt x="35807" y="0"/>
                  </a:cubicBezTo>
                  <a:close/>
                </a:path>
              </a:pathLst>
            </a:custGeom>
            <a:solidFill>
              <a:srgbClr val="f1f1f1"/>
            </a:solidFill>
            <a:ln cap="rnd" w="47625">
              <a:solidFill>
                <a:srgbClr val="177e9b"/>
              </a:solidFill>
              <a:round/>
            </a:ln>
          </p:spPr>
          <p:style>
            <a:lnRef idx="0"/>
            <a:fillRef idx="0"/>
            <a:effectRef idx="0"/>
            <a:fontRef idx="minor"/>
          </p:style>
        </p:sp>
        <p:sp>
          <p:nvSpPr>
            <p:cNvPr id="594" name="CustomShape 3"/>
            <p:cNvSpPr/>
            <p:nvPr/>
          </p:nvSpPr>
          <p:spPr>
            <a:xfrm>
              <a:off x="-1666440" y="2848320"/>
              <a:ext cx="21620880" cy="2094480"/>
            </a:xfrm>
            <a:prstGeom prst="rect">
              <a:avLst/>
            </a:prstGeom>
            <a:noFill/>
            <a:ln w="0">
              <a:noFill/>
            </a:ln>
          </p:spPr>
          <p:style>
            <a:lnRef idx="0"/>
            <a:fillRef idx="0"/>
            <a:effectRef idx="0"/>
            <a:fontRef idx="minor"/>
          </p:style>
        </p:sp>
      </p:grpSp>
      <p:sp>
        <p:nvSpPr>
          <p:cNvPr id="595" name="CustomShape 4"/>
          <p:cNvSpPr/>
          <p:nvPr/>
        </p:nvSpPr>
        <p:spPr>
          <a:xfrm>
            <a:off x="4150800" y="2956320"/>
            <a:ext cx="9986040" cy="1926000"/>
          </a:xfrm>
          <a:prstGeom prst="rect">
            <a:avLst/>
          </a:prstGeom>
          <a:noFill/>
          <a:ln w="0">
            <a:noFill/>
          </a:ln>
        </p:spPr>
        <p:style>
          <a:lnRef idx="0"/>
          <a:fillRef idx="0"/>
          <a:effectRef idx="0"/>
          <a:fontRef idx="minor"/>
        </p:style>
        <p:txBody>
          <a:bodyPr lIns="0" rIns="0" tIns="0" bIns="0">
            <a:spAutoFit/>
          </a:bodyPr>
          <a:p>
            <a:pPr algn="ctr">
              <a:lnSpc>
                <a:spcPts val="15168"/>
              </a:lnSpc>
            </a:pPr>
            <a:r>
              <a:rPr b="0" lang="en-US" sz="10840" spc="-1" strike="noStrike">
                <a:solidFill>
                  <a:srgbClr val="146a82"/>
                </a:solidFill>
                <a:latin typeface="Rosario"/>
                <a:ea typeface="Rosario"/>
              </a:rPr>
              <a:t>THANK YOU</a:t>
            </a:r>
            <a:endParaRPr b="0" lang="de-DE" sz="10840" spc="-1" strike="noStrike">
              <a:latin typeface="Arial"/>
            </a:endParaRPr>
          </a:p>
        </p:txBody>
      </p:sp>
      <p:sp>
        <p:nvSpPr>
          <p:cNvPr id="596" name="Line 5"/>
          <p:cNvSpPr/>
          <p:nvPr/>
        </p:nvSpPr>
        <p:spPr>
          <a:xfrm flipV="1">
            <a:off x="-2911680" y="3952080"/>
            <a:ext cx="7880760" cy="19080"/>
          </a:xfrm>
          <a:prstGeom prst="line">
            <a:avLst/>
          </a:prstGeom>
          <a:ln w="38100">
            <a:solidFill>
              <a:srgbClr val="146a82">
                <a:alpha val="75000"/>
              </a:srgbClr>
            </a:solidFill>
            <a:round/>
            <a:headEnd len="lg" type="diamond" w="lg"/>
            <a:tailEnd len="lg" type="diamond" w="lg"/>
          </a:ln>
        </p:spPr>
        <p:style>
          <a:lnRef idx="0"/>
          <a:fillRef idx="0"/>
          <a:effectRef idx="0"/>
          <a:fontRef idx="minor"/>
        </p:style>
      </p:sp>
      <p:sp>
        <p:nvSpPr>
          <p:cNvPr id="597" name="Line 6"/>
          <p:cNvSpPr/>
          <p:nvPr/>
        </p:nvSpPr>
        <p:spPr>
          <a:xfrm flipV="1">
            <a:off x="13318560" y="3894840"/>
            <a:ext cx="7881120" cy="19080"/>
          </a:xfrm>
          <a:prstGeom prst="line">
            <a:avLst/>
          </a:prstGeom>
          <a:ln w="38100">
            <a:solidFill>
              <a:srgbClr val="146a82">
                <a:alpha val="75000"/>
              </a:srgbClr>
            </a:solidFill>
            <a:round/>
            <a:headEnd len="lg" type="diamond" w="lg"/>
            <a:tailEnd len="lg" type="diamond" w="lg"/>
          </a:ln>
        </p:spPr>
        <p:style>
          <a:lnRef idx="0"/>
          <a:fillRef idx="0"/>
          <a:effectRef idx="0"/>
          <a:fontRef idx="minor"/>
        </p:style>
      </p:sp>
      <p:sp>
        <p:nvSpPr>
          <p:cNvPr id="598" name="CustomShape 7"/>
          <p:cNvSpPr/>
          <p:nvPr/>
        </p:nvSpPr>
        <p:spPr>
          <a:xfrm>
            <a:off x="4418640" y="5610960"/>
            <a:ext cx="9450720" cy="888480"/>
          </a:xfrm>
          <a:prstGeom prst="rect">
            <a:avLst/>
          </a:prstGeom>
          <a:noFill/>
          <a:ln w="0">
            <a:noFill/>
          </a:ln>
        </p:spPr>
        <p:style>
          <a:lnRef idx="0"/>
          <a:fillRef idx="0"/>
          <a:effectRef idx="0"/>
          <a:fontRef idx="minor"/>
        </p:style>
        <p:txBody>
          <a:bodyPr lIns="0" rIns="0" tIns="0" bIns="0">
            <a:spAutoFit/>
          </a:bodyPr>
          <a:p>
            <a:pPr algn="ctr">
              <a:lnSpc>
                <a:spcPts val="6999"/>
              </a:lnSpc>
            </a:pPr>
            <a:r>
              <a:rPr b="0" lang="en-US" sz="5000" spc="-1" strike="noStrike">
                <a:solidFill>
                  <a:srgbClr val="f1f1f1"/>
                </a:solidFill>
                <a:latin typeface="Rosario Bold Italics"/>
                <a:ea typeface="Rosario Bold Italics"/>
              </a:rPr>
              <a:t>Presented by Ronja Lehle</a:t>
            </a:r>
            <a:endParaRPr b="0" lang="de-DE" sz="5000" spc="-1" strike="noStrike">
              <a:latin typeface="Arial"/>
            </a:endParaRPr>
          </a:p>
        </p:txBody>
      </p:sp>
      <p:sp>
        <p:nvSpPr>
          <p:cNvPr id="599" name="CustomShape 8"/>
          <p:cNvSpPr/>
          <p:nvPr/>
        </p:nvSpPr>
        <p:spPr>
          <a:xfrm>
            <a:off x="5843520" y="6623280"/>
            <a:ext cx="6600960" cy="710640"/>
          </a:xfrm>
          <a:prstGeom prst="rect">
            <a:avLst/>
          </a:prstGeom>
          <a:noFill/>
          <a:ln w="0">
            <a:noFill/>
          </a:ln>
        </p:spPr>
        <p:style>
          <a:lnRef idx="0"/>
          <a:fillRef idx="0"/>
          <a:effectRef idx="0"/>
          <a:fontRef idx="minor"/>
        </p:style>
        <p:txBody>
          <a:bodyPr lIns="0" rIns="0" tIns="0" bIns="0">
            <a:spAutoFit/>
          </a:bodyPr>
          <a:p>
            <a:pPr algn="ctr">
              <a:lnSpc>
                <a:spcPts val="5598"/>
              </a:lnSpc>
            </a:pPr>
            <a:r>
              <a:rPr b="0" lang="en-US" sz="4000" spc="-1" strike="noStrike">
                <a:solidFill>
                  <a:srgbClr val="7ec6db"/>
                </a:solidFill>
                <a:latin typeface="Rosario Italics"/>
                <a:ea typeface="Rosario Italics"/>
              </a:rPr>
              <a:t>Media Informatics | 2024</a:t>
            </a:r>
            <a:endParaRPr b="0" lang="de-DE" sz="4000" spc="-1" strike="noStrike">
              <a:latin typeface="Arial"/>
            </a:endParaRPr>
          </a:p>
        </p:txBody>
      </p:sp>
      <p:sp>
        <p:nvSpPr>
          <p:cNvPr id="600" name="CustomShape 9"/>
          <p:cNvSpPr/>
          <p:nvPr/>
        </p:nvSpPr>
        <p:spPr>
          <a:xfrm>
            <a:off x="7337520" y="1042200"/>
            <a:ext cx="4840560" cy="710640"/>
          </a:xfrm>
          <a:prstGeom prst="rect">
            <a:avLst/>
          </a:prstGeom>
          <a:noFill/>
          <a:ln w="0">
            <a:noFill/>
          </a:ln>
        </p:spPr>
        <p:style>
          <a:lnRef idx="0"/>
          <a:fillRef idx="0"/>
          <a:effectRef idx="0"/>
          <a:fontRef idx="minor"/>
        </p:style>
        <p:txBody>
          <a:bodyPr lIns="0" rIns="0" tIns="0" bIns="0">
            <a:spAutoFit/>
          </a:bodyPr>
          <a:p>
            <a:pPr>
              <a:lnSpc>
                <a:spcPts val="5598"/>
              </a:lnSpc>
            </a:pPr>
            <a:r>
              <a:rPr b="0" lang="en-US" sz="4000" spc="-1" strike="noStrike">
                <a:solidFill>
                  <a:srgbClr val="7ec6db"/>
                </a:solidFill>
                <a:latin typeface="Rosario Bold"/>
                <a:ea typeface="Rosario Bold"/>
              </a:rPr>
              <a:t>UNIVERSITY OF ULM</a:t>
            </a:r>
            <a:endParaRPr b="0" lang="de-DE" sz="4000" spc="-1" strike="noStrike">
              <a:latin typeface="Arial"/>
            </a:endParaRPr>
          </a:p>
        </p:txBody>
      </p:sp>
      <p:pic>
        <p:nvPicPr>
          <p:cNvPr id="601" name="" descr=""/>
          <p:cNvPicPr/>
          <p:nvPr/>
        </p:nvPicPr>
        <p:blipFill>
          <a:blip r:embed="rId1"/>
          <a:srcRect l="0" t="0" r="72168" b="0"/>
          <a:stretch/>
        </p:blipFill>
        <p:spPr>
          <a:xfrm>
            <a:off x="6300000" y="1018440"/>
            <a:ext cx="882000" cy="9000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1293</TotalTime>
  <Application>LibreOffice/7.0.3.1$Windows_X86_64 LibreOffice_project/d7547858d014d4cf69878db179d326fc3483e082</Applicat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language>de-DE</dc:language>
  <cp:lastModifiedBy/>
  <dcterms:modified xsi:type="dcterms:W3CDTF">2024-08-27T12:08:05Z</dcterms:modified>
  <cp:revision>5</cp:revision>
  <dc:subject/>
  <dc:title>Universität Ulm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PresentationFormat">
    <vt:lpwstr>On-screen Show (4:3)</vt:lpwstr>
  </property>
  <property fmtid="{D5CDD505-2E9C-101B-9397-08002B2CF9AE}" pid="9" name="ScaleCrop">
    <vt:bool>0</vt:bool>
  </property>
  <property fmtid="{D5CDD505-2E9C-101B-9397-08002B2CF9AE}" pid="10" name="ShareDoc">
    <vt:bool>0</vt:bool>
  </property>
  <property fmtid="{D5CDD505-2E9C-101B-9397-08002B2CF9AE}" pid="11" name="Slides">
    <vt:i4>0</vt:i4>
  </property>
</Properties>
</file>